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7" r:id="rId4"/>
  </p:sldMasterIdLst>
  <p:notesMasterIdLst>
    <p:notesMasterId r:id="rId34"/>
  </p:notesMasterIdLst>
  <p:sldIdLst>
    <p:sldId id="256" r:id="rId5"/>
    <p:sldId id="260" r:id="rId6"/>
    <p:sldId id="274" r:id="rId7"/>
    <p:sldId id="263" r:id="rId8"/>
    <p:sldId id="275" r:id="rId9"/>
    <p:sldId id="272" r:id="rId10"/>
    <p:sldId id="276" r:id="rId11"/>
    <p:sldId id="278" r:id="rId12"/>
    <p:sldId id="277" r:id="rId13"/>
    <p:sldId id="266" r:id="rId14"/>
    <p:sldId id="298" r:id="rId15"/>
    <p:sldId id="269" r:id="rId16"/>
    <p:sldId id="288" r:id="rId17"/>
    <p:sldId id="289" r:id="rId18"/>
    <p:sldId id="291" r:id="rId19"/>
    <p:sldId id="285" r:id="rId20"/>
    <p:sldId id="284" r:id="rId21"/>
    <p:sldId id="292" r:id="rId22"/>
    <p:sldId id="303" r:id="rId23"/>
    <p:sldId id="293" r:id="rId24"/>
    <p:sldId id="296" r:id="rId25"/>
    <p:sldId id="297" r:id="rId26"/>
    <p:sldId id="290" r:id="rId27"/>
    <p:sldId id="281" r:id="rId28"/>
    <p:sldId id="304" r:id="rId29"/>
    <p:sldId id="301" r:id="rId30"/>
    <p:sldId id="302" r:id="rId31"/>
    <p:sldId id="268" r:id="rId32"/>
    <p:sldId id="30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8055"/>
    <a:srgbClr val="32B32B"/>
    <a:srgbClr val="C1D9F5"/>
    <a:srgbClr val="BAC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FDB0BB-FDFB-4DE5-AAD0-251120ABA4FE}" v="152" dt="2026-05-03T23:46:22.8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75D168-EC45-402F-8EFF-12447A88FC35}" type="doc">
      <dgm:prSet loTypeId="urn:microsoft.com/office/officeart/2008/layout/LinedList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BF20D5D-0C04-43E6-B2B0-2237FF7E3674}">
      <dgm:prSet phldrT="[Text]" phldr="0" custT="1"/>
      <dgm:spPr/>
      <dgm:t>
        <a:bodyPr/>
        <a:lstStyle/>
        <a:p>
          <a:r>
            <a:rPr lang="en-US" sz="2800" b="1" dirty="0"/>
            <a:t>Introduction &amp; Significance</a:t>
          </a:r>
        </a:p>
      </dgm:t>
    </dgm:pt>
    <dgm:pt modelId="{6FA7C4D9-D383-4335-902B-BFDA2B1465BC}" type="parTrans" cxnId="{F9C46E4D-B12E-4D71-B283-A7FCEBFA0AC3}">
      <dgm:prSet/>
      <dgm:spPr/>
      <dgm:t>
        <a:bodyPr/>
        <a:lstStyle/>
        <a:p>
          <a:endParaRPr lang="en-US" sz="2800"/>
        </a:p>
      </dgm:t>
    </dgm:pt>
    <dgm:pt modelId="{8C32220A-30E5-4C46-932B-64C36119A745}" type="sibTrans" cxnId="{F9C46E4D-B12E-4D71-B283-A7FCEBFA0AC3}">
      <dgm:prSet/>
      <dgm:spPr/>
      <dgm:t>
        <a:bodyPr/>
        <a:lstStyle/>
        <a:p>
          <a:endParaRPr lang="en-US" sz="2800"/>
        </a:p>
      </dgm:t>
    </dgm:pt>
    <dgm:pt modelId="{A6303D6F-DC1F-42B4-BD88-40F9C8009EF2}">
      <dgm:prSet phldrT="[Text]" phldr="0" custT="1"/>
      <dgm:spPr/>
      <dgm:t>
        <a:bodyPr/>
        <a:lstStyle/>
        <a:p>
          <a:r>
            <a:rPr lang="en-US" sz="2800" b="1" dirty="0"/>
            <a:t>Dataset Overview</a:t>
          </a:r>
        </a:p>
      </dgm:t>
    </dgm:pt>
    <dgm:pt modelId="{11E92544-AAC1-4EDE-93FB-B56E115523A7}" type="parTrans" cxnId="{4C0DD717-7C0D-4952-8B34-2CFE9CEFCA27}">
      <dgm:prSet/>
      <dgm:spPr/>
      <dgm:t>
        <a:bodyPr/>
        <a:lstStyle/>
        <a:p>
          <a:endParaRPr lang="en-US" sz="2800"/>
        </a:p>
      </dgm:t>
    </dgm:pt>
    <dgm:pt modelId="{E64B5F16-836C-4ECB-B4B1-6D7EF73737C4}" type="sibTrans" cxnId="{4C0DD717-7C0D-4952-8B34-2CFE9CEFCA27}">
      <dgm:prSet/>
      <dgm:spPr/>
      <dgm:t>
        <a:bodyPr/>
        <a:lstStyle/>
        <a:p>
          <a:endParaRPr lang="en-US" sz="2800"/>
        </a:p>
      </dgm:t>
    </dgm:pt>
    <dgm:pt modelId="{CBDB8482-4D3E-41D6-BEDB-7A74F6294B68}">
      <dgm:prSet phldrT="[Text]" phldr="0" custT="1"/>
      <dgm:spPr/>
      <dgm:t>
        <a:bodyPr/>
        <a:lstStyle/>
        <a:p>
          <a:r>
            <a:rPr lang="en-US" sz="2800" b="1" dirty="0"/>
            <a:t>Methodology (Hadoop + Processing)</a:t>
          </a:r>
        </a:p>
      </dgm:t>
    </dgm:pt>
    <dgm:pt modelId="{56682D1F-6D91-4B17-9BD4-9D7996734C5F}" type="parTrans" cxnId="{E827C392-2AC0-4C34-82C6-755CEA7F4692}">
      <dgm:prSet/>
      <dgm:spPr/>
      <dgm:t>
        <a:bodyPr/>
        <a:lstStyle/>
        <a:p>
          <a:endParaRPr lang="en-US" sz="2800"/>
        </a:p>
      </dgm:t>
    </dgm:pt>
    <dgm:pt modelId="{E8F826C5-5F28-4031-A651-1FA5E77AEB6E}" type="sibTrans" cxnId="{E827C392-2AC0-4C34-82C6-755CEA7F4692}">
      <dgm:prSet/>
      <dgm:spPr/>
      <dgm:t>
        <a:bodyPr/>
        <a:lstStyle/>
        <a:p>
          <a:endParaRPr lang="en-US" sz="2800"/>
        </a:p>
      </dgm:t>
    </dgm:pt>
    <dgm:pt modelId="{9A922009-A5E2-4FF2-B037-AFDFDC4FA5CD}">
      <dgm:prSet phldr="0" custT="1"/>
      <dgm:spPr/>
      <dgm:t>
        <a:bodyPr/>
        <a:lstStyle/>
        <a:p>
          <a:r>
            <a:rPr lang="en-US" sz="2800" b="1" dirty="0"/>
            <a:t>Results &amp; Visualizations</a:t>
          </a:r>
          <a:endParaRPr lang="en-US" sz="2800" b="1" dirty="0">
            <a:latin typeface="Univers Condensed"/>
          </a:endParaRPr>
        </a:p>
      </dgm:t>
    </dgm:pt>
    <dgm:pt modelId="{2AEAC69F-56EE-4DB1-9560-7C04176E36CA}" type="parTrans" cxnId="{3A35F87C-B4C1-477D-8E14-190FC829FF97}">
      <dgm:prSet/>
      <dgm:spPr/>
      <dgm:t>
        <a:bodyPr/>
        <a:lstStyle/>
        <a:p>
          <a:endParaRPr lang="en-US" sz="2800"/>
        </a:p>
      </dgm:t>
    </dgm:pt>
    <dgm:pt modelId="{8B6A53D7-DB5C-4793-BD65-E8D69E4A6372}" type="sibTrans" cxnId="{3A35F87C-B4C1-477D-8E14-190FC829FF97}">
      <dgm:prSet/>
      <dgm:spPr/>
      <dgm:t>
        <a:bodyPr/>
        <a:lstStyle/>
        <a:p>
          <a:endParaRPr lang="en-US" sz="2800"/>
        </a:p>
      </dgm:t>
    </dgm:pt>
    <dgm:pt modelId="{475611D1-E721-4422-BD4D-5EB35C60A714}">
      <dgm:prSet phldr="0" custT="1"/>
      <dgm:spPr/>
      <dgm:t>
        <a:bodyPr/>
        <a:lstStyle/>
        <a:p>
          <a:r>
            <a:rPr lang="en-US" sz="2800" b="1" dirty="0"/>
            <a:t>Key Insights</a:t>
          </a:r>
          <a:endParaRPr lang="en-US" sz="2800" b="1" dirty="0">
            <a:latin typeface="Univers Condensed"/>
          </a:endParaRPr>
        </a:p>
      </dgm:t>
    </dgm:pt>
    <dgm:pt modelId="{32A395BD-2877-405D-8B2D-4C91987E63A0}" type="parTrans" cxnId="{F56823E9-26FE-409B-B7E7-6855BC1B1B60}">
      <dgm:prSet/>
      <dgm:spPr/>
      <dgm:t>
        <a:bodyPr/>
        <a:lstStyle/>
        <a:p>
          <a:endParaRPr lang="en-US" sz="2800"/>
        </a:p>
      </dgm:t>
    </dgm:pt>
    <dgm:pt modelId="{50290C04-35D1-4B80-9A7C-F7FE97F94ABB}" type="sibTrans" cxnId="{F56823E9-26FE-409B-B7E7-6855BC1B1B60}">
      <dgm:prSet/>
      <dgm:spPr/>
      <dgm:t>
        <a:bodyPr/>
        <a:lstStyle/>
        <a:p>
          <a:endParaRPr lang="en-US" sz="2800"/>
        </a:p>
      </dgm:t>
    </dgm:pt>
    <dgm:pt modelId="{6987B8FE-86A1-4885-80C1-B78E5707D0D4}">
      <dgm:prSet phldr="0" custT="1"/>
      <dgm:spPr/>
      <dgm:t>
        <a:bodyPr/>
        <a:lstStyle/>
        <a:p>
          <a:r>
            <a:rPr lang="en-US" sz="2800" b="1" dirty="0"/>
            <a:t>Conclusion</a:t>
          </a:r>
          <a:endParaRPr lang="en-US" sz="2800" b="1" dirty="0">
            <a:latin typeface="Univers Condensed"/>
          </a:endParaRPr>
        </a:p>
      </dgm:t>
    </dgm:pt>
    <dgm:pt modelId="{B5B716B9-E95A-4F9A-A366-D70A5176DCF6}" type="parTrans" cxnId="{E9CF7B26-644E-416B-AED0-887006D9031F}">
      <dgm:prSet/>
      <dgm:spPr/>
      <dgm:t>
        <a:bodyPr/>
        <a:lstStyle/>
        <a:p>
          <a:endParaRPr lang="en-US" sz="2800"/>
        </a:p>
      </dgm:t>
    </dgm:pt>
    <dgm:pt modelId="{AAD04843-6DCF-472E-9EF4-3AAF5B7CF509}" type="sibTrans" cxnId="{E9CF7B26-644E-416B-AED0-887006D9031F}">
      <dgm:prSet/>
      <dgm:spPr/>
      <dgm:t>
        <a:bodyPr/>
        <a:lstStyle/>
        <a:p>
          <a:endParaRPr lang="en-US" sz="2800"/>
        </a:p>
      </dgm:t>
    </dgm:pt>
    <dgm:pt modelId="{E85DCF1F-950A-4AB0-B388-FCEE8168F6EC}" type="pres">
      <dgm:prSet presAssocID="{5A75D168-EC45-402F-8EFF-12447A88FC35}" presName="vert0" presStyleCnt="0">
        <dgm:presLayoutVars>
          <dgm:dir/>
          <dgm:animOne val="branch"/>
          <dgm:animLvl val="lvl"/>
        </dgm:presLayoutVars>
      </dgm:prSet>
      <dgm:spPr/>
    </dgm:pt>
    <dgm:pt modelId="{41385C4E-A10E-4C87-A6B4-408AE6E36BA1}" type="pres">
      <dgm:prSet presAssocID="{FBF20D5D-0C04-43E6-B2B0-2237FF7E3674}" presName="thickLine" presStyleLbl="alignNode1" presStyleIdx="0" presStyleCnt="6"/>
      <dgm:spPr/>
    </dgm:pt>
    <dgm:pt modelId="{2FC96117-82CD-45BE-8F0F-3D4B131E5D6B}" type="pres">
      <dgm:prSet presAssocID="{FBF20D5D-0C04-43E6-B2B0-2237FF7E3674}" presName="horz1" presStyleCnt="0"/>
      <dgm:spPr/>
    </dgm:pt>
    <dgm:pt modelId="{ABB6FDBA-56CA-491E-A405-FE1BA62A7F7B}" type="pres">
      <dgm:prSet presAssocID="{FBF20D5D-0C04-43E6-B2B0-2237FF7E3674}" presName="tx1" presStyleLbl="revTx" presStyleIdx="0" presStyleCnt="6"/>
      <dgm:spPr/>
    </dgm:pt>
    <dgm:pt modelId="{F82ADB43-179A-4907-B9FA-856E05505EB8}" type="pres">
      <dgm:prSet presAssocID="{FBF20D5D-0C04-43E6-B2B0-2237FF7E3674}" presName="vert1" presStyleCnt="0"/>
      <dgm:spPr/>
    </dgm:pt>
    <dgm:pt modelId="{6DC9AC0D-D579-4CB6-8120-B8F13CFF1A0C}" type="pres">
      <dgm:prSet presAssocID="{A6303D6F-DC1F-42B4-BD88-40F9C8009EF2}" presName="thickLine" presStyleLbl="alignNode1" presStyleIdx="1" presStyleCnt="6"/>
      <dgm:spPr/>
    </dgm:pt>
    <dgm:pt modelId="{7F04764B-E147-486F-B1D8-70A494381978}" type="pres">
      <dgm:prSet presAssocID="{A6303D6F-DC1F-42B4-BD88-40F9C8009EF2}" presName="horz1" presStyleCnt="0"/>
      <dgm:spPr/>
    </dgm:pt>
    <dgm:pt modelId="{89546531-CF8E-4FC0-88DF-EEDC639B9474}" type="pres">
      <dgm:prSet presAssocID="{A6303D6F-DC1F-42B4-BD88-40F9C8009EF2}" presName="tx1" presStyleLbl="revTx" presStyleIdx="1" presStyleCnt="6"/>
      <dgm:spPr/>
    </dgm:pt>
    <dgm:pt modelId="{0D2BC6E2-4800-42B4-9B0D-D1A06C42EAC4}" type="pres">
      <dgm:prSet presAssocID="{A6303D6F-DC1F-42B4-BD88-40F9C8009EF2}" presName="vert1" presStyleCnt="0"/>
      <dgm:spPr/>
    </dgm:pt>
    <dgm:pt modelId="{F08FD106-36A5-469D-B477-9B456C839DA7}" type="pres">
      <dgm:prSet presAssocID="{CBDB8482-4D3E-41D6-BEDB-7A74F6294B68}" presName="thickLine" presStyleLbl="alignNode1" presStyleIdx="2" presStyleCnt="6"/>
      <dgm:spPr/>
    </dgm:pt>
    <dgm:pt modelId="{DD2A7340-17A3-4109-A2A3-6A5D5184DBF7}" type="pres">
      <dgm:prSet presAssocID="{CBDB8482-4D3E-41D6-BEDB-7A74F6294B68}" presName="horz1" presStyleCnt="0"/>
      <dgm:spPr/>
    </dgm:pt>
    <dgm:pt modelId="{1F4D9818-D51E-4CE1-86E3-5FA5BECBE17A}" type="pres">
      <dgm:prSet presAssocID="{CBDB8482-4D3E-41D6-BEDB-7A74F6294B68}" presName="tx1" presStyleLbl="revTx" presStyleIdx="2" presStyleCnt="6"/>
      <dgm:spPr/>
    </dgm:pt>
    <dgm:pt modelId="{A98F8371-BBE5-4825-8E83-96B2D382C11A}" type="pres">
      <dgm:prSet presAssocID="{CBDB8482-4D3E-41D6-BEDB-7A74F6294B68}" presName="vert1" presStyleCnt="0"/>
      <dgm:spPr/>
    </dgm:pt>
    <dgm:pt modelId="{0330F289-7D9B-45AA-AA27-9FD87C3B25D7}" type="pres">
      <dgm:prSet presAssocID="{9A922009-A5E2-4FF2-B037-AFDFDC4FA5CD}" presName="thickLine" presStyleLbl="alignNode1" presStyleIdx="3" presStyleCnt="6"/>
      <dgm:spPr/>
    </dgm:pt>
    <dgm:pt modelId="{91C345A2-EE9D-454C-8E53-9D54BFCCF6A4}" type="pres">
      <dgm:prSet presAssocID="{9A922009-A5E2-4FF2-B037-AFDFDC4FA5CD}" presName="horz1" presStyleCnt="0"/>
      <dgm:spPr/>
    </dgm:pt>
    <dgm:pt modelId="{3AD54719-DEC2-4E76-AE3C-16EAE1F3710B}" type="pres">
      <dgm:prSet presAssocID="{9A922009-A5E2-4FF2-B037-AFDFDC4FA5CD}" presName="tx1" presStyleLbl="revTx" presStyleIdx="3" presStyleCnt="6"/>
      <dgm:spPr/>
    </dgm:pt>
    <dgm:pt modelId="{B6832E41-F993-4913-949B-F8015631109E}" type="pres">
      <dgm:prSet presAssocID="{9A922009-A5E2-4FF2-B037-AFDFDC4FA5CD}" presName="vert1" presStyleCnt="0"/>
      <dgm:spPr/>
    </dgm:pt>
    <dgm:pt modelId="{4ED07268-89B5-4FB7-86CF-16B40817FC38}" type="pres">
      <dgm:prSet presAssocID="{475611D1-E721-4422-BD4D-5EB35C60A714}" presName="thickLine" presStyleLbl="alignNode1" presStyleIdx="4" presStyleCnt="6"/>
      <dgm:spPr/>
    </dgm:pt>
    <dgm:pt modelId="{D463F0E8-E496-4228-91CD-021C6C1FCFDC}" type="pres">
      <dgm:prSet presAssocID="{475611D1-E721-4422-BD4D-5EB35C60A714}" presName="horz1" presStyleCnt="0"/>
      <dgm:spPr/>
    </dgm:pt>
    <dgm:pt modelId="{E95D41B7-D4E8-4841-A403-FEFAA48A4BBE}" type="pres">
      <dgm:prSet presAssocID="{475611D1-E721-4422-BD4D-5EB35C60A714}" presName="tx1" presStyleLbl="revTx" presStyleIdx="4" presStyleCnt="6"/>
      <dgm:spPr/>
    </dgm:pt>
    <dgm:pt modelId="{2022DE69-D503-43C5-BC9D-D4F208DFB626}" type="pres">
      <dgm:prSet presAssocID="{475611D1-E721-4422-BD4D-5EB35C60A714}" presName="vert1" presStyleCnt="0"/>
      <dgm:spPr/>
    </dgm:pt>
    <dgm:pt modelId="{EF62AAEA-43C8-4EFC-A5A9-CC8EBD1949A6}" type="pres">
      <dgm:prSet presAssocID="{6987B8FE-86A1-4885-80C1-B78E5707D0D4}" presName="thickLine" presStyleLbl="alignNode1" presStyleIdx="5" presStyleCnt="6"/>
      <dgm:spPr/>
    </dgm:pt>
    <dgm:pt modelId="{5B9F1495-3025-497B-B9C5-39B62786B30D}" type="pres">
      <dgm:prSet presAssocID="{6987B8FE-86A1-4885-80C1-B78E5707D0D4}" presName="horz1" presStyleCnt="0"/>
      <dgm:spPr/>
    </dgm:pt>
    <dgm:pt modelId="{7A8AA280-ECF9-41E6-9E99-566181645508}" type="pres">
      <dgm:prSet presAssocID="{6987B8FE-86A1-4885-80C1-B78E5707D0D4}" presName="tx1" presStyleLbl="revTx" presStyleIdx="5" presStyleCnt="6"/>
      <dgm:spPr/>
    </dgm:pt>
    <dgm:pt modelId="{013F555F-9DF8-43EA-8D08-44D95EBF103D}" type="pres">
      <dgm:prSet presAssocID="{6987B8FE-86A1-4885-80C1-B78E5707D0D4}" presName="vert1" presStyleCnt="0"/>
      <dgm:spPr/>
    </dgm:pt>
  </dgm:ptLst>
  <dgm:cxnLst>
    <dgm:cxn modelId="{D0DDDA10-3FD0-49EF-B459-D2AF5C063817}" type="presOf" srcId="{5A75D168-EC45-402F-8EFF-12447A88FC35}" destId="{E85DCF1F-950A-4AB0-B388-FCEE8168F6EC}" srcOrd="0" destOrd="0" presId="urn:microsoft.com/office/officeart/2008/layout/LinedList"/>
    <dgm:cxn modelId="{4C0DD717-7C0D-4952-8B34-2CFE9CEFCA27}" srcId="{5A75D168-EC45-402F-8EFF-12447A88FC35}" destId="{A6303D6F-DC1F-42B4-BD88-40F9C8009EF2}" srcOrd="1" destOrd="0" parTransId="{11E92544-AAC1-4EDE-93FB-B56E115523A7}" sibTransId="{E64B5F16-836C-4ECB-B4B1-6D7EF73737C4}"/>
    <dgm:cxn modelId="{E9CF7B26-644E-416B-AED0-887006D9031F}" srcId="{5A75D168-EC45-402F-8EFF-12447A88FC35}" destId="{6987B8FE-86A1-4885-80C1-B78E5707D0D4}" srcOrd="5" destOrd="0" parTransId="{B5B716B9-E95A-4F9A-A366-D70A5176DCF6}" sibTransId="{AAD04843-6DCF-472E-9EF4-3AAF5B7CF509}"/>
    <dgm:cxn modelId="{9DE58326-8DB3-42C9-9DB6-686269E6EE23}" type="presOf" srcId="{A6303D6F-DC1F-42B4-BD88-40F9C8009EF2}" destId="{89546531-CF8E-4FC0-88DF-EEDC639B9474}" srcOrd="0" destOrd="0" presId="urn:microsoft.com/office/officeart/2008/layout/LinedList"/>
    <dgm:cxn modelId="{68994333-CF63-4295-AEFF-8A6367E87F5C}" type="presOf" srcId="{FBF20D5D-0C04-43E6-B2B0-2237FF7E3674}" destId="{ABB6FDBA-56CA-491E-A405-FE1BA62A7F7B}" srcOrd="0" destOrd="0" presId="urn:microsoft.com/office/officeart/2008/layout/LinedList"/>
    <dgm:cxn modelId="{B644743F-7658-4446-AE12-7ABE64C504F4}" type="presOf" srcId="{9A922009-A5E2-4FF2-B037-AFDFDC4FA5CD}" destId="{3AD54719-DEC2-4E76-AE3C-16EAE1F3710B}" srcOrd="0" destOrd="0" presId="urn:microsoft.com/office/officeart/2008/layout/LinedList"/>
    <dgm:cxn modelId="{F9C46E4D-B12E-4D71-B283-A7FCEBFA0AC3}" srcId="{5A75D168-EC45-402F-8EFF-12447A88FC35}" destId="{FBF20D5D-0C04-43E6-B2B0-2237FF7E3674}" srcOrd="0" destOrd="0" parTransId="{6FA7C4D9-D383-4335-902B-BFDA2B1465BC}" sibTransId="{8C32220A-30E5-4C46-932B-64C36119A745}"/>
    <dgm:cxn modelId="{3A35F87C-B4C1-477D-8E14-190FC829FF97}" srcId="{5A75D168-EC45-402F-8EFF-12447A88FC35}" destId="{9A922009-A5E2-4FF2-B037-AFDFDC4FA5CD}" srcOrd="3" destOrd="0" parTransId="{2AEAC69F-56EE-4DB1-9560-7C04176E36CA}" sibTransId="{8B6A53D7-DB5C-4793-BD65-E8D69E4A6372}"/>
    <dgm:cxn modelId="{E827C392-2AC0-4C34-82C6-755CEA7F4692}" srcId="{5A75D168-EC45-402F-8EFF-12447A88FC35}" destId="{CBDB8482-4D3E-41D6-BEDB-7A74F6294B68}" srcOrd="2" destOrd="0" parTransId="{56682D1F-6D91-4B17-9BD4-9D7996734C5F}" sibTransId="{E8F826C5-5F28-4031-A651-1FA5E77AEB6E}"/>
    <dgm:cxn modelId="{ABDE9E9D-E861-4AE8-99F3-169C5EBC1D16}" type="presOf" srcId="{475611D1-E721-4422-BD4D-5EB35C60A714}" destId="{E95D41B7-D4E8-4841-A403-FEFAA48A4BBE}" srcOrd="0" destOrd="0" presId="urn:microsoft.com/office/officeart/2008/layout/LinedList"/>
    <dgm:cxn modelId="{AC8806D0-AE7C-456C-B5BE-26F91FB6A121}" type="presOf" srcId="{CBDB8482-4D3E-41D6-BEDB-7A74F6294B68}" destId="{1F4D9818-D51E-4CE1-86E3-5FA5BECBE17A}" srcOrd="0" destOrd="0" presId="urn:microsoft.com/office/officeart/2008/layout/LinedList"/>
    <dgm:cxn modelId="{551074E3-FF22-462C-A1EB-AA6419EF9F12}" type="presOf" srcId="{6987B8FE-86A1-4885-80C1-B78E5707D0D4}" destId="{7A8AA280-ECF9-41E6-9E99-566181645508}" srcOrd="0" destOrd="0" presId="urn:microsoft.com/office/officeart/2008/layout/LinedList"/>
    <dgm:cxn modelId="{F56823E9-26FE-409B-B7E7-6855BC1B1B60}" srcId="{5A75D168-EC45-402F-8EFF-12447A88FC35}" destId="{475611D1-E721-4422-BD4D-5EB35C60A714}" srcOrd="4" destOrd="0" parTransId="{32A395BD-2877-405D-8B2D-4C91987E63A0}" sibTransId="{50290C04-35D1-4B80-9A7C-F7FE97F94ABB}"/>
    <dgm:cxn modelId="{6EAB6BE0-0AAA-491A-8DFA-B94C1EF38400}" type="presParOf" srcId="{E85DCF1F-950A-4AB0-B388-FCEE8168F6EC}" destId="{41385C4E-A10E-4C87-A6B4-408AE6E36BA1}" srcOrd="0" destOrd="0" presId="urn:microsoft.com/office/officeart/2008/layout/LinedList"/>
    <dgm:cxn modelId="{4E396A8D-F770-4A15-8936-AD587457AE14}" type="presParOf" srcId="{E85DCF1F-950A-4AB0-B388-FCEE8168F6EC}" destId="{2FC96117-82CD-45BE-8F0F-3D4B131E5D6B}" srcOrd="1" destOrd="0" presId="urn:microsoft.com/office/officeart/2008/layout/LinedList"/>
    <dgm:cxn modelId="{09C5B60B-CD46-49B0-B578-877A3B54D997}" type="presParOf" srcId="{2FC96117-82CD-45BE-8F0F-3D4B131E5D6B}" destId="{ABB6FDBA-56CA-491E-A405-FE1BA62A7F7B}" srcOrd="0" destOrd="0" presId="urn:microsoft.com/office/officeart/2008/layout/LinedList"/>
    <dgm:cxn modelId="{1BED44C8-1BCF-48AA-9524-697DA00E9BD7}" type="presParOf" srcId="{2FC96117-82CD-45BE-8F0F-3D4B131E5D6B}" destId="{F82ADB43-179A-4907-B9FA-856E05505EB8}" srcOrd="1" destOrd="0" presId="urn:microsoft.com/office/officeart/2008/layout/LinedList"/>
    <dgm:cxn modelId="{D6055A0F-6976-4318-8F7D-8813970703A8}" type="presParOf" srcId="{E85DCF1F-950A-4AB0-B388-FCEE8168F6EC}" destId="{6DC9AC0D-D579-4CB6-8120-B8F13CFF1A0C}" srcOrd="2" destOrd="0" presId="urn:microsoft.com/office/officeart/2008/layout/LinedList"/>
    <dgm:cxn modelId="{17055D51-0689-48B1-97B9-7306C79134F9}" type="presParOf" srcId="{E85DCF1F-950A-4AB0-B388-FCEE8168F6EC}" destId="{7F04764B-E147-486F-B1D8-70A494381978}" srcOrd="3" destOrd="0" presId="urn:microsoft.com/office/officeart/2008/layout/LinedList"/>
    <dgm:cxn modelId="{0A4B3191-FA58-4301-BAC2-12FC935AA2F4}" type="presParOf" srcId="{7F04764B-E147-486F-B1D8-70A494381978}" destId="{89546531-CF8E-4FC0-88DF-EEDC639B9474}" srcOrd="0" destOrd="0" presId="urn:microsoft.com/office/officeart/2008/layout/LinedList"/>
    <dgm:cxn modelId="{37AA12CE-A452-42C8-8D83-80E40550B03C}" type="presParOf" srcId="{7F04764B-E147-486F-B1D8-70A494381978}" destId="{0D2BC6E2-4800-42B4-9B0D-D1A06C42EAC4}" srcOrd="1" destOrd="0" presId="urn:microsoft.com/office/officeart/2008/layout/LinedList"/>
    <dgm:cxn modelId="{BEF3C6BE-FAA0-4706-82DD-9160B5B26CB6}" type="presParOf" srcId="{E85DCF1F-950A-4AB0-B388-FCEE8168F6EC}" destId="{F08FD106-36A5-469D-B477-9B456C839DA7}" srcOrd="4" destOrd="0" presId="urn:microsoft.com/office/officeart/2008/layout/LinedList"/>
    <dgm:cxn modelId="{9201905F-C03B-447E-A986-F49A94883A8D}" type="presParOf" srcId="{E85DCF1F-950A-4AB0-B388-FCEE8168F6EC}" destId="{DD2A7340-17A3-4109-A2A3-6A5D5184DBF7}" srcOrd="5" destOrd="0" presId="urn:microsoft.com/office/officeart/2008/layout/LinedList"/>
    <dgm:cxn modelId="{97741380-EE74-4CE0-B575-AEDC36F675CB}" type="presParOf" srcId="{DD2A7340-17A3-4109-A2A3-6A5D5184DBF7}" destId="{1F4D9818-D51E-4CE1-86E3-5FA5BECBE17A}" srcOrd="0" destOrd="0" presId="urn:microsoft.com/office/officeart/2008/layout/LinedList"/>
    <dgm:cxn modelId="{6CB6E95A-C7CB-455A-B81C-CB418BC22BF7}" type="presParOf" srcId="{DD2A7340-17A3-4109-A2A3-6A5D5184DBF7}" destId="{A98F8371-BBE5-4825-8E83-96B2D382C11A}" srcOrd="1" destOrd="0" presId="urn:microsoft.com/office/officeart/2008/layout/LinedList"/>
    <dgm:cxn modelId="{C64EAD0D-9539-48E5-AF83-FA3D9A089438}" type="presParOf" srcId="{E85DCF1F-950A-4AB0-B388-FCEE8168F6EC}" destId="{0330F289-7D9B-45AA-AA27-9FD87C3B25D7}" srcOrd="6" destOrd="0" presId="urn:microsoft.com/office/officeart/2008/layout/LinedList"/>
    <dgm:cxn modelId="{3D0B3A0B-41ED-4579-B060-B67E1D5FCC84}" type="presParOf" srcId="{E85DCF1F-950A-4AB0-B388-FCEE8168F6EC}" destId="{91C345A2-EE9D-454C-8E53-9D54BFCCF6A4}" srcOrd="7" destOrd="0" presId="urn:microsoft.com/office/officeart/2008/layout/LinedList"/>
    <dgm:cxn modelId="{4E48AECA-AC24-4E63-9C0A-31C5E290A3B2}" type="presParOf" srcId="{91C345A2-EE9D-454C-8E53-9D54BFCCF6A4}" destId="{3AD54719-DEC2-4E76-AE3C-16EAE1F3710B}" srcOrd="0" destOrd="0" presId="urn:microsoft.com/office/officeart/2008/layout/LinedList"/>
    <dgm:cxn modelId="{F792B912-5E4E-4528-A238-4CD75D5601CA}" type="presParOf" srcId="{91C345A2-EE9D-454C-8E53-9D54BFCCF6A4}" destId="{B6832E41-F993-4913-949B-F8015631109E}" srcOrd="1" destOrd="0" presId="urn:microsoft.com/office/officeart/2008/layout/LinedList"/>
    <dgm:cxn modelId="{B3E348A0-AC75-4857-A802-24EDE5C31CA5}" type="presParOf" srcId="{E85DCF1F-950A-4AB0-B388-FCEE8168F6EC}" destId="{4ED07268-89B5-4FB7-86CF-16B40817FC38}" srcOrd="8" destOrd="0" presId="urn:microsoft.com/office/officeart/2008/layout/LinedList"/>
    <dgm:cxn modelId="{DC995607-3396-4B23-BAEA-2F69EA7FE19B}" type="presParOf" srcId="{E85DCF1F-950A-4AB0-B388-FCEE8168F6EC}" destId="{D463F0E8-E496-4228-91CD-021C6C1FCFDC}" srcOrd="9" destOrd="0" presId="urn:microsoft.com/office/officeart/2008/layout/LinedList"/>
    <dgm:cxn modelId="{9357B7E5-E6F1-47E1-890D-6FE945487E3E}" type="presParOf" srcId="{D463F0E8-E496-4228-91CD-021C6C1FCFDC}" destId="{E95D41B7-D4E8-4841-A403-FEFAA48A4BBE}" srcOrd="0" destOrd="0" presId="urn:microsoft.com/office/officeart/2008/layout/LinedList"/>
    <dgm:cxn modelId="{42ED0936-0329-47F1-BB4B-150C0F5A9078}" type="presParOf" srcId="{D463F0E8-E496-4228-91CD-021C6C1FCFDC}" destId="{2022DE69-D503-43C5-BC9D-D4F208DFB626}" srcOrd="1" destOrd="0" presId="urn:microsoft.com/office/officeart/2008/layout/LinedList"/>
    <dgm:cxn modelId="{A743AECE-B047-4869-95A9-9621B4CCA15C}" type="presParOf" srcId="{E85DCF1F-950A-4AB0-B388-FCEE8168F6EC}" destId="{EF62AAEA-43C8-4EFC-A5A9-CC8EBD1949A6}" srcOrd="10" destOrd="0" presId="urn:microsoft.com/office/officeart/2008/layout/LinedList"/>
    <dgm:cxn modelId="{D1CF8CCA-651E-42BA-81D8-AF2B99D598AB}" type="presParOf" srcId="{E85DCF1F-950A-4AB0-B388-FCEE8168F6EC}" destId="{5B9F1495-3025-497B-B9C5-39B62786B30D}" srcOrd="11" destOrd="0" presId="urn:microsoft.com/office/officeart/2008/layout/LinedList"/>
    <dgm:cxn modelId="{F24EBCF5-D7DA-4FE3-BE2A-0085648F0970}" type="presParOf" srcId="{5B9F1495-3025-497B-B9C5-39B62786B30D}" destId="{7A8AA280-ECF9-41E6-9E99-566181645508}" srcOrd="0" destOrd="0" presId="urn:microsoft.com/office/officeart/2008/layout/LinedList"/>
    <dgm:cxn modelId="{CB217570-7BB0-4BD4-AB81-A1F195A0D658}" type="presParOf" srcId="{5B9F1495-3025-497B-B9C5-39B62786B30D}" destId="{013F555F-9DF8-43EA-8D08-44D95EBF103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75D168-EC45-402F-8EFF-12447A88FC35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BF20D5D-0C04-43E6-B2B0-2237FF7E3674}">
      <dgm:prSet phldrT="[Text]" phldr="0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Climate change is a critical global issue with widespread environmental, economic, and societal impacts. </a:t>
          </a:r>
        </a:p>
      </dgm:t>
    </dgm:pt>
    <dgm:pt modelId="{6FA7C4D9-D383-4335-902B-BFDA2B1465BC}" type="parTrans" cxnId="{F9C46E4D-B12E-4D71-B283-A7FCEBFA0AC3}">
      <dgm:prSet/>
      <dgm:spPr/>
      <dgm:t>
        <a:bodyPr/>
        <a:lstStyle/>
        <a:p>
          <a:endParaRPr lang="en-US" sz="2000"/>
        </a:p>
      </dgm:t>
    </dgm:pt>
    <dgm:pt modelId="{8C32220A-30E5-4C46-932B-64C36119A745}" type="sibTrans" cxnId="{F9C46E4D-B12E-4D71-B283-A7FCEBFA0AC3}">
      <dgm:prSet/>
      <dgm:spPr/>
      <dgm:t>
        <a:bodyPr/>
        <a:lstStyle/>
        <a:p>
          <a:endParaRPr lang="en-US" sz="2000"/>
        </a:p>
      </dgm:t>
    </dgm:pt>
    <dgm:pt modelId="{A6303D6F-DC1F-42B4-BD88-40F9C8009EF2}">
      <dgm:prSet phldrT="[Text]" phldr="0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Our analysis identifies long-term patterns and regional variations in global temperature change.</a:t>
          </a:r>
        </a:p>
      </dgm:t>
    </dgm:pt>
    <dgm:pt modelId="{11E92544-AAC1-4EDE-93FB-B56E115523A7}" type="parTrans" cxnId="{4C0DD717-7C0D-4952-8B34-2CFE9CEFCA27}">
      <dgm:prSet/>
      <dgm:spPr/>
      <dgm:t>
        <a:bodyPr/>
        <a:lstStyle/>
        <a:p>
          <a:endParaRPr lang="en-US" sz="2000"/>
        </a:p>
      </dgm:t>
    </dgm:pt>
    <dgm:pt modelId="{E64B5F16-836C-4ECB-B4B1-6D7EF73737C4}" type="sibTrans" cxnId="{4C0DD717-7C0D-4952-8B34-2CFE9CEFCA27}">
      <dgm:prSet/>
      <dgm:spPr/>
      <dgm:t>
        <a:bodyPr/>
        <a:lstStyle/>
        <a:p>
          <a:endParaRPr lang="en-US" sz="2000"/>
        </a:p>
      </dgm:t>
    </dgm:pt>
    <dgm:pt modelId="{CBDB8482-4D3E-41D6-BEDB-7A74F6294B68}">
      <dgm:prSet phldrT="[Text]" phldr="0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Large-scale climate datasets require distributed computing and big data-driven methods for effective analysis. </a:t>
          </a:r>
        </a:p>
      </dgm:t>
    </dgm:pt>
    <dgm:pt modelId="{56682D1F-6D91-4B17-9BD4-9D7996734C5F}" type="parTrans" cxnId="{E827C392-2AC0-4C34-82C6-755CEA7F4692}">
      <dgm:prSet/>
      <dgm:spPr/>
      <dgm:t>
        <a:bodyPr/>
        <a:lstStyle/>
        <a:p>
          <a:endParaRPr lang="en-US" sz="2000"/>
        </a:p>
      </dgm:t>
    </dgm:pt>
    <dgm:pt modelId="{E8F826C5-5F28-4031-A651-1FA5E77AEB6E}" type="sibTrans" cxnId="{E827C392-2AC0-4C34-82C6-755CEA7F4692}">
      <dgm:prSet/>
      <dgm:spPr/>
      <dgm:t>
        <a:bodyPr/>
        <a:lstStyle/>
        <a:p>
          <a:endParaRPr lang="en-US" sz="2000"/>
        </a:p>
      </dgm:t>
    </dgm:pt>
    <dgm:pt modelId="{9A922009-A5E2-4FF2-B037-AFDFDC4FA5CD}">
      <dgm:prSet phldr="0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>
              <a:latin typeface="+mn-lt"/>
            </a:rPr>
            <a:t>Our project analyzes historical temperature trends across multiple time periods. </a:t>
          </a:r>
        </a:p>
      </dgm:t>
    </dgm:pt>
    <dgm:pt modelId="{2AEAC69F-56EE-4DB1-9560-7C04176E36CA}" type="parTrans" cxnId="{3A35F87C-B4C1-477D-8E14-190FC829FF97}">
      <dgm:prSet/>
      <dgm:spPr/>
      <dgm:t>
        <a:bodyPr/>
        <a:lstStyle/>
        <a:p>
          <a:endParaRPr lang="en-US" sz="2000"/>
        </a:p>
      </dgm:t>
    </dgm:pt>
    <dgm:pt modelId="{8B6A53D7-DB5C-4793-BD65-E8D69E4A6372}" type="sibTrans" cxnId="{3A35F87C-B4C1-477D-8E14-190FC829FF97}">
      <dgm:prSet/>
      <dgm:spPr/>
      <dgm:t>
        <a:bodyPr/>
        <a:lstStyle/>
        <a:p>
          <a:endParaRPr lang="en-US" sz="2000"/>
        </a:p>
      </dgm:t>
    </dgm:pt>
    <dgm:pt modelId="{475611D1-E721-4422-BD4D-5EB35C60A714}">
      <dgm:prSet phldr="0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Comparative analysis is conducted across countries, states, and major cities.</a:t>
          </a:r>
          <a:endParaRPr lang="en-US" sz="2000" b="1" dirty="0">
            <a:latin typeface="Univers Condensed"/>
          </a:endParaRPr>
        </a:p>
      </dgm:t>
    </dgm:pt>
    <dgm:pt modelId="{32A395BD-2877-405D-8B2D-4C91987E63A0}" type="parTrans" cxnId="{F56823E9-26FE-409B-B7E7-6855BC1B1B60}">
      <dgm:prSet/>
      <dgm:spPr/>
      <dgm:t>
        <a:bodyPr/>
        <a:lstStyle/>
        <a:p>
          <a:endParaRPr lang="en-US" sz="2000"/>
        </a:p>
      </dgm:t>
    </dgm:pt>
    <dgm:pt modelId="{50290C04-35D1-4B80-9A7C-F7FE97F94ABB}" type="sibTrans" cxnId="{F56823E9-26FE-409B-B7E7-6855BC1B1B60}">
      <dgm:prSet/>
      <dgm:spPr/>
      <dgm:t>
        <a:bodyPr/>
        <a:lstStyle/>
        <a:p>
          <a:endParaRPr lang="en-US" sz="2000"/>
        </a:p>
      </dgm:t>
    </dgm:pt>
    <dgm:pt modelId="{4DC6A0A2-A134-428B-8DB5-DCFC6321CB2B}" type="pres">
      <dgm:prSet presAssocID="{5A75D168-EC45-402F-8EFF-12447A88FC35}" presName="diagram" presStyleCnt="0">
        <dgm:presLayoutVars>
          <dgm:dir/>
          <dgm:resizeHandles val="exact"/>
        </dgm:presLayoutVars>
      </dgm:prSet>
      <dgm:spPr/>
    </dgm:pt>
    <dgm:pt modelId="{BDD1CD02-091D-47C3-B170-C65351C6D5A1}" type="pres">
      <dgm:prSet presAssocID="{FBF20D5D-0C04-43E6-B2B0-2237FF7E3674}" presName="node" presStyleLbl="node1" presStyleIdx="0" presStyleCnt="5">
        <dgm:presLayoutVars>
          <dgm:bulletEnabled val="1"/>
        </dgm:presLayoutVars>
      </dgm:prSet>
      <dgm:spPr/>
    </dgm:pt>
    <dgm:pt modelId="{A28F3351-009B-4F41-B78D-ED1A5B1D14E4}" type="pres">
      <dgm:prSet presAssocID="{8C32220A-30E5-4C46-932B-64C36119A745}" presName="sibTrans" presStyleCnt="0"/>
      <dgm:spPr/>
    </dgm:pt>
    <dgm:pt modelId="{D8D4F8B6-811B-4446-85A0-E84827F0EBAD}" type="pres">
      <dgm:prSet presAssocID="{A6303D6F-DC1F-42B4-BD88-40F9C8009EF2}" presName="node" presStyleLbl="node1" presStyleIdx="1" presStyleCnt="5" custLinFactY="15732" custLinFactNeighborX="71066" custLinFactNeighborY="100000">
        <dgm:presLayoutVars>
          <dgm:bulletEnabled val="1"/>
        </dgm:presLayoutVars>
      </dgm:prSet>
      <dgm:spPr/>
    </dgm:pt>
    <dgm:pt modelId="{C885DA82-75D0-46FC-B8A9-6F32178AE095}" type="pres">
      <dgm:prSet presAssocID="{E64B5F16-836C-4ECB-B4B1-6D7EF73737C4}" presName="sibTrans" presStyleCnt="0"/>
      <dgm:spPr/>
    </dgm:pt>
    <dgm:pt modelId="{7D3E9A92-3D29-4A74-B196-1ABDAD888F73}" type="pres">
      <dgm:prSet presAssocID="{CBDB8482-4D3E-41D6-BEDB-7A74F6294B68}" presName="node" presStyleLbl="node1" presStyleIdx="2" presStyleCnt="5" custLinFactX="-12361" custLinFactNeighborX="-100000" custLinFactNeighborY="-2930">
        <dgm:presLayoutVars>
          <dgm:bulletEnabled val="1"/>
        </dgm:presLayoutVars>
      </dgm:prSet>
      <dgm:spPr/>
    </dgm:pt>
    <dgm:pt modelId="{CF892542-EFA6-4F41-B004-A46B53217EF4}" type="pres">
      <dgm:prSet presAssocID="{E8F826C5-5F28-4031-A651-1FA5E77AEB6E}" presName="sibTrans" presStyleCnt="0"/>
      <dgm:spPr/>
    </dgm:pt>
    <dgm:pt modelId="{C4F92469-7580-4345-974E-DADB250996C5}" type="pres">
      <dgm:prSet presAssocID="{9A922009-A5E2-4FF2-B037-AFDFDC4FA5CD}" presName="node" presStyleLbl="node1" presStyleIdx="3" presStyleCnt="5">
        <dgm:presLayoutVars>
          <dgm:bulletEnabled val="1"/>
        </dgm:presLayoutVars>
      </dgm:prSet>
      <dgm:spPr/>
    </dgm:pt>
    <dgm:pt modelId="{79E77253-4075-4754-9132-0F378A5B4AF5}" type="pres">
      <dgm:prSet presAssocID="{8B6A53D7-DB5C-4793-BD65-E8D69E4A6372}" presName="sibTrans" presStyleCnt="0"/>
      <dgm:spPr/>
    </dgm:pt>
    <dgm:pt modelId="{AABB3B9B-7B85-4A72-AFF0-994CDD842FD6}" type="pres">
      <dgm:prSet presAssocID="{475611D1-E721-4422-BD4D-5EB35C60A714}" presName="node" presStyleLbl="node1" presStyleIdx="4" presStyleCnt="5" custLinFactY="-19636" custLinFactNeighborX="47403" custLinFactNeighborY="-100000">
        <dgm:presLayoutVars>
          <dgm:bulletEnabled val="1"/>
        </dgm:presLayoutVars>
      </dgm:prSet>
      <dgm:spPr/>
    </dgm:pt>
  </dgm:ptLst>
  <dgm:cxnLst>
    <dgm:cxn modelId="{4C0DD717-7C0D-4952-8B34-2CFE9CEFCA27}" srcId="{5A75D168-EC45-402F-8EFF-12447A88FC35}" destId="{A6303D6F-DC1F-42B4-BD88-40F9C8009EF2}" srcOrd="1" destOrd="0" parTransId="{11E92544-AAC1-4EDE-93FB-B56E115523A7}" sibTransId="{E64B5F16-836C-4ECB-B4B1-6D7EF73737C4}"/>
    <dgm:cxn modelId="{A80F881E-941E-4AC2-A9D2-25BCCA61A126}" type="presOf" srcId="{CBDB8482-4D3E-41D6-BEDB-7A74F6294B68}" destId="{7D3E9A92-3D29-4A74-B196-1ABDAD888F73}" srcOrd="0" destOrd="0" presId="urn:microsoft.com/office/officeart/2005/8/layout/default"/>
    <dgm:cxn modelId="{0651F928-EDB4-4C3A-9708-490049E59811}" type="presOf" srcId="{FBF20D5D-0C04-43E6-B2B0-2237FF7E3674}" destId="{BDD1CD02-091D-47C3-B170-C65351C6D5A1}" srcOrd="0" destOrd="0" presId="urn:microsoft.com/office/officeart/2005/8/layout/default"/>
    <dgm:cxn modelId="{48616669-CE31-4148-B9E3-41AF01C40336}" type="presOf" srcId="{5A75D168-EC45-402F-8EFF-12447A88FC35}" destId="{4DC6A0A2-A134-428B-8DB5-DCFC6321CB2B}" srcOrd="0" destOrd="0" presId="urn:microsoft.com/office/officeart/2005/8/layout/default"/>
    <dgm:cxn modelId="{F9C46E4D-B12E-4D71-B283-A7FCEBFA0AC3}" srcId="{5A75D168-EC45-402F-8EFF-12447A88FC35}" destId="{FBF20D5D-0C04-43E6-B2B0-2237FF7E3674}" srcOrd="0" destOrd="0" parTransId="{6FA7C4D9-D383-4335-902B-BFDA2B1465BC}" sibTransId="{8C32220A-30E5-4C46-932B-64C36119A745}"/>
    <dgm:cxn modelId="{A61E274F-299A-4131-B1F7-0E1D608EE86A}" type="presOf" srcId="{A6303D6F-DC1F-42B4-BD88-40F9C8009EF2}" destId="{D8D4F8B6-811B-4446-85A0-E84827F0EBAD}" srcOrd="0" destOrd="0" presId="urn:microsoft.com/office/officeart/2005/8/layout/default"/>
    <dgm:cxn modelId="{3A35F87C-B4C1-477D-8E14-190FC829FF97}" srcId="{5A75D168-EC45-402F-8EFF-12447A88FC35}" destId="{9A922009-A5E2-4FF2-B037-AFDFDC4FA5CD}" srcOrd="3" destOrd="0" parTransId="{2AEAC69F-56EE-4DB1-9560-7C04176E36CA}" sibTransId="{8B6A53D7-DB5C-4793-BD65-E8D69E4A6372}"/>
    <dgm:cxn modelId="{E827C392-2AC0-4C34-82C6-755CEA7F4692}" srcId="{5A75D168-EC45-402F-8EFF-12447A88FC35}" destId="{CBDB8482-4D3E-41D6-BEDB-7A74F6294B68}" srcOrd="2" destOrd="0" parTransId="{56682D1F-6D91-4B17-9BD4-9D7996734C5F}" sibTransId="{E8F826C5-5F28-4031-A651-1FA5E77AEB6E}"/>
    <dgm:cxn modelId="{596E759F-906D-4606-9B2F-F045A1626BC8}" type="presOf" srcId="{9A922009-A5E2-4FF2-B037-AFDFDC4FA5CD}" destId="{C4F92469-7580-4345-974E-DADB250996C5}" srcOrd="0" destOrd="0" presId="urn:microsoft.com/office/officeart/2005/8/layout/default"/>
    <dgm:cxn modelId="{D7B381E1-7336-49C7-8607-D323565E5D18}" type="presOf" srcId="{475611D1-E721-4422-BD4D-5EB35C60A714}" destId="{AABB3B9B-7B85-4A72-AFF0-994CDD842FD6}" srcOrd="0" destOrd="0" presId="urn:microsoft.com/office/officeart/2005/8/layout/default"/>
    <dgm:cxn modelId="{F56823E9-26FE-409B-B7E7-6855BC1B1B60}" srcId="{5A75D168-EC45-402F-8EFF-12447A88FC35}" destId="{475611D1-E721-4422-BD4D-5EB35C60A714}" srcOrd="4" destOrd="0" parTransId="{32A395BD-2877-405D-8B2D-4C91987E63A0}" sibTransId="{50290C04-35D1-4B80-9A7C-F7FE97F94ABB}"/>
    <dgm:cxn modelId="{D7955E61-3F88-4437-999D-1291C800CA01}" type="presParOf" srcId="{4DC6A0A2-A134-428B-8DB5-DCFC6321CB2B}" destId="{BDD1CD02-091D-47C3-B170-C65351C6D5A1}" srcOrd="0" destOrd="0" presId="urn:microsoft.com/office/officeart/2005/8/layout/default"/>
    <dgm:cxn modelId="{5D3AEE9B-E8FF-4DEC-9DC2-C87408A84CF7}" type="presParOf" srcId="{4DC6A0A2-A134-428B-8DB5-DCFC6321CB2B}" destId="{A28F3351-009B-4F41-B78D-ED1A5B1D14E4}" srcOrd="1" destOrd="0" presId="urn:microsoft.com/office/officeart/2005/8/layout/default"/>
    <dgm:cxn modelId="{F0604317-3079-46DF-8220-122D2D2E3EE5}" type="presParOf" srcId="{4DC6A0A2-A134-428B-8DB5-DCFC6321CB2B}" destId="{D8D4F8B6-811B-4446-85A0-E84827F0EBAD}" srcOrd="2" destOrd="0" presId="urn:microsoft.com/office/officeart/2005/8/layout/default"/>
    <dgm:cxn modelId="{B6580D9B-1958-4F9A-B8D3-792657BB5570}" type="presParOf" srcId="{4DC6A0A2-A134-428B-8DB5-DCFC6321CB2B}" destId="{C885DA82-75D0-46FC-B8A9-6F32178AE095}" srcOrd="3" destOrd="0" presId="urn:microsoft.com/office/officeart/2005/8/layout/default"/>
    <dgm:cxn modelId="{2335A5CA-A648-42B9-891F-DFDED3B76BDA}" type="presParOf" srcId="{4DC6A0A2-A134-428B-8DB5-DCFC6321CB2B}" destId="{7D3E9A92-3D29-4A74-B196-1ABDAD888F73}" srcOrd="4" destOrd="0" presId="urn:microsoft.com/office/officeart/2005/8/layout/default"/>
    <dgm:cxn modelId="{5F7F1B56-90FD-482E-A33B-FDB2122E2BAC}" type="presParOf" srcId="{4DC6A0A2-A134-428B-8DB5-DCFC6321CB2B}" destId="{CF892542-EFA6-4F41-B004-A46B53217EF4}" srcOrd="5" destOrd="0" presId="urn:microsoft.com/office/officeart/2005/8/layout/default"/>
    <dgm:cxn modelId="{3767A909-2B73-4FBA-8410-9F0BCB6ED9C9}" type="presParOf" srcId="{4DC6A0A2-A134-428B-8DB5-DCFC6321CB2B}" destId="{C4F92469-7580-4345-974E-DADB250996C5}" srcOrd="6" destOrd="0" presId="urn:microsoft.com/office/officeart/2005/8/layout/default"/>
    <dgm:cxn modelId="{C15CDA8A-0C33-498C-A83E-4F20CD1C8C30}" type="presParOf" srcId="{4DC6A0A2-A134-428B-8DB5-DCFC6321CB2B}" destId="{79E77253-4075-4754-9132-0F378A5B4AF5}" srcOrd="7" destOrd="0" presId="urn:microsoft.com/office/officeart/2005/8/layout/default"/>
    <dgm:cxn modelId="{02DE0FCE-7DB2-403C-85D2-F69488D60D90}" type="presParOf" srcId="{4DC6A0A2-A134-428B-8DB5-DCFC6321CB2B}" destId="{AABB3B9B-7B85-4A72-AFF0-994CDD842FD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D5E34F-709B-4F0A-86BD-F16E4862CE36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7680E1F-25CB-495D-9047-9010217FE56A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Create </a:t>
          </a:r>
          <a:r>
            <a:rPr lang="en-US" sz="2000" b="1" baseline="0" dirty="0"/>
            <a:t>cleaned</a:t>
          </a:r>
          <a:r>
            <a:rPr lang="en-US" sz="2000" b="1" dirty="0"/>
            <a:t> tables using Hive queries</a:t>
          </a:r>
        </a:p>
      </dgm:t>
    </dgm:pt>
    <dgm:pt modelId="{0A56883F-E2A1-47C3-AA4F-E34C908CC1E3}" type="parTrans" cxnId="{71A8A5FC-109E-47FB-BD31-2E2C7468CAFA}">
      <dgm:prSet/>
      <dgm:spPr/>
      <dgm:t>
        <a:bodyPr/>
        <a:lstStyle/>
        <a:p>
          <a:endParaRPr lang="en-US"/>
        </a:p>
      </dgm:t>
    </dgm:pt>
    <dgm:pt modelId="{A6174CBF-69BB-4C3E-93A5-6640EB5DC191}" type="sibTrans" cxnId="{71A8A5FC-109E-47FB-BD31-2E2C7468CAFA}">
      <dgm:prSet phldrT="1" phldr="0"/>
      <dgm:spPr/>
      <dgm:t>
        <a:bodyPr/>
        <a:lstStyle/>
        <a:p>
          <a:endParaRPr lang="en-US" dirty="0"/>
        </a:p>
      </dgm:t>
    </dgm:pt>
    <dgm:pt modelId="{A3331B76-1189-49C3-804D-7E3965741DBC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Remove null values </a:t>
          </a:r>
        </a:p>
      </dgm:t>
    </dgm:pt>
    <dgm:pt modelId="{25190474-B166-466C-9E47-8C38C546C164}" type="parTrans" cxnId="{DD9D0BA5-714E-4113-86C9-04789E809987}">
      <dgm:prSet/>
      <dgm:spPr/>
      <dgm:t>
        <a:bodyPr/>
        <a:lstStyle/>
        <a:p>
          <a:endParaRPr lang="en-US"/>
        </a:p>
      </dgm:t>
    </dgm:pt>
    <dgm:pt modelId="{30B61CC1-0D59-48E1-A11B-672FBACB550D}" type="sibTrans" cxnId="{DD9D0BA5-714E-4113-86C9-04789E809987}">
      <dgm:prSet phldrT="2" phldr="0"/>
      <dgm:spPr/>
      <dgm:t>
        <a:bodyPr/>
        <a:lstStyle/>
        <a:p>
          <a:endParaRPr lang="en-US" dirty="0"/>
        </a:p>
      </dgm:t>
    </dgm:pt>
    <dgm:pt modelId="{EB808138-6B0D-49CD-98B7-989D7BDA643E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Extract year and month from </a:t>
          </a:r>
          <a:r>
            <a:rPr lang="en-US" sz="2000" b="1" i="1" dirty="0"/>
            <a:t>date </a:t>
          </a:r>
          <a:r>
            <a:rPr lang="en-US" sz="2000" b="1" dirty="0"/>
            <a:t>field for temporal analysis</a:t>
          </a:r>
        </a:p>
      </dgm:t>
    </dgm:pt>
    <dgm:pt modelId="{9D5C9F0D-A0EA-42C0-A438-795F3430EA64}" type="parTrans" cxnId="{4A3D365B-0389-418C-87D6-E2D32B608F84}">
      <dgm:prSet/>
      <dgm:spPr/>
      <dgm:t>
        <a:bodyPr/>
        <a:lstStyle/>
        <a:p>
          <a:endParaRPr lang="en-US"/>
        </a:p>
      </dgm:t>
    </dgm:pt>
    <dgm:pt modelId="{9A9A1AFC-62D7-4B4E-ADBC-EB5E9EF5BB1C}" type="sibTrans" cxnId="{4A3D365B-0389-418C-87D6-E2D32B608F84}">
      <dgm:prSet phldrT="3" phldr="0"/>
      <dgm:spPr/>
      <dgm:t>
        <a:bodyPr/>
        <a:lstStyle/>
        <a:p>
          <a:endParaRPr lang="en-US" dirty="0"/>
        </a:p>
      </dgm:t>
    </dgm:pt>
    <dgm:pt modelId="{216AB0DE-4CE9-4D58-996E-4D74CE11A098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 bIns="274320"/>
        <a:lstStyle/>
        <a:p>
          <a:r>
            <a:rPr lang="en-US" sz="2000" b="1" dirty="0"/>
            <a:t>Create separate cleaned datasets:</a:t>
          </a:r>
        </a:p>
      </dgm:t>
    </dgm:pt>
    <dgm:pt modelId="{92DB3A0F-F1C5-45A4-B451-2856A1F635CC}" type="parTrans" cxnId="{FA3658AE-C91A-4851-86E7-4E2CE7140549}">
      <dgm:prSet/>
      <dgm:spPr/>
      <dgm:t>
        <a:bodyPr/>
        <a:lstStyle/>
        <a:p>
          <a:endParaRPr lang="en-US"/>
        </a:p>
      </dgm:t>
    </dgm:pt>
    <dgm:pt modelId="{EAE0EAE1-B902-41EE-A7D9-595429E1ADB2}" type="sibTrans" cxnId="{FA3658AE-C91A-4851-86E7-4E2CE7140549}">
      <dgm:prSet phldrT="4" phldr="0"/>
      <dgm:spPr/>
      <dgm:t>
        <a:bodyPr/>
        <a:lstStyle/>
        <a:p>
          <a:endParaRPr lang="en-US" dirty="0"/>
        </a:p>
      </dgm:t>
    </dgm:pt>
    <dgm:pt modelId="{E5E7E6FF-41E9-4851-AC3E-049A1C3B2CA1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 bIns="274320"/>
        <a:lstStyle/>
        <a:p>
          <a:r>
            <a:rPr lang="en-US" sz="2000" b="1" i="1" dirty="0"/>
            <a:t>Land_temp_by_country_clean</a:t>
          </a:r>
          <a:endParaRPr lang="en-US" sz="2000" b="1" dirty="0"/>
        </a:p>
      </dgm:t>
    </dgm:pt>
    <dgm:pt modelId="{207B324F-7B20-4700-8F69-96058D4B243D}" type="parTrans" cxnId="{3D880973-174B-4AD9-9E92-3AB36419A11C}">
      <dgm:prSet/>
      <dgm:spPr/>
      <dgm:t>
        <a:bodyPr/>
        <a:lstStyle/>
        <a:p>
          <a:endParaRPr lang="en-US"/>
        </a:p>
      </dgm:t>
    </dgm:pt>
    <dgm:pt modelId="{BAE127C5-386E-43CA-853E-B61B34A4C9BF}" type="sibTrans" cxnId="{3D880973-174B-4AD9-9E92-3AB36419A11C}">
      <dgm:prSet/>
      <dgm:spPr/>
      <dgm:t>
        <a:bodyPr/>
        <a:lstStyle/>
        <a:p>
          <a:endParaRPr lang="en-US"/>
        </a:p>
      </dgm:t>
    </dgm:pt>
    <dgm:pt modelId="{1F8E48EF-F908-4E34-8C1A-8C6A547BE94C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 bIns="274320"/>
        <a:lstStyle/>
        <a:p>
          <a:r>
            <a:rPr lang="en-US" sz="2000" b="1" i="1" dirty="0"/>
            <a:t>Land_temp_by_city_clean </a:t>
          </a:r>
          <a:endParaRPr lang="en-US" sz="2000" b="1" dirty="0"/>
        </a:p>
      </dgm:t>
    </dgm:pt>
    <dgm:pt modelId="{9BB7EBCD-1C4E-4B8E-8A9D-D88A63F547FA}" type="parTrans" cxnId="{40FC3DCD-081D-464A-A821-2E0FD0632680}">
      <dgm:prSet/>
      <dgm:spPr/>
      <dgm:t>
        <a:bodyPr/>
        <a:lstStyle/>
        <a:p>
          <a:endParaRPr lang="en-US"/>
        </a:p>
      </dgm:t>
    </dgm:pt>
    <dgm:pt modelId="{FA354D71-4C77-4214-89FE-F08020E636EA}" type="sibTrans" cxnId="{40FC3DCD-081D-464A-A821-2E0FD0632680}">
      <dgm:prSet/>
      <dgm:spPr/>
      <dgm:t>
        <a:bodyPr/>
        <a:lstStyle/>
        <a:p>
          <a:endParaRPr lang="en-US"/>
        </a:p>
      </dgm:t>
    </dgm:pt>
    <dgm:pt modelId="{795947AC-8C50-4D53-9444-C7F815203B65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 bIns="274320"/>
        <a:lstStyle/>
        <a:p>
          <a:r>
            <a:rPr lang="en-US" sz="2000" b="1" i="1" dirty="0"/>
            <a:t>Global_temperatures_clean </a:t>
          </a:r>
          <a:endParaRPr lang="en-US" sz="2000" b="1" dirty="0"/>
        </a:p>
      </dgm:t>
    </dgm:pt>
    <dgm:pt modelId="{5998E804-F717-4272-9B84-A6C56BF2ACA7}" type="parTrans" cxnId="{970AC599-1196-487E-86B3-3DDDE64E07B2}">
      <dgm:prSet/>
      <dgm:spPr/>
      <dgm:t>
        <a:bodyPr/>
        <a:lstStyle/>
        <a:p>
          <a:endParaRPr lang="en-US"/>
        </a:p>
      </dgm:t>
    </dgm:pt>
    <dgm:pt modelId="{893344F6-84D9-48D5-8503-EDA2A547B2F8}" type="sibTrans" cxnId="{970AC599-1196-487E-86B3-3DDDE64E07B2}">
      <dgm:prSet/>
      <dgm:spPr/>
      <dgm:t>
        <a:bodyPr/>
        <a:lstStyle/>
        <a:p>
          <a:endParaRPr lang="en-US"/>
        </a:p>
      </dgm:t>
    </dgm:pt>
    <dgm:pt modelId="{256221EB-2022-4DB9-B0F2-4AAD2CB720C7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Retain key attributes: temperature, uncertainty, location and coordinates</a:t>
          </a:r>
        </a:p>
      </dgm:t>
    </dgm:pt>
    <dgm:pt modelId="{7C10F555-A914-4796-914F-B541133C8B90}" type="parTrans" cxnId="{A586FBED-AC32-44CB-8D68-87CEE27AC33D}">
      <dgm:prSet/>
      <dgm:spPr/>
      <dgm:t>
        <a:bodyPr/>
        <a:lstStyle/>
        <a:p>
          <a:endParaRPr lang="en-US"/>
        </a:p>
      </dgm:t>
    </dgm:pt>
    <dgm:pt modelId="{DD72A2C7-BE01-4AE6-AA71-470EA0E56DC6}" type="sibTrans" cxnId="{A586FBED-AC32-44CB-8D68-87CEE27AC33D}">
      <dgm:prSet phldrT="5" phldr="0"/>
      <dgm:spPr/>
      <dgm:t>
        <a:bodyPr/>
        <a:lstStyle/>
        <a:p>
          <a:endParaRPr lang="en-US" dirty="0"/>
        </a:p>
      </dgm:t>
    </dgm:pt>
    <dgm:pt modelId="{D9DAB9F9-3CC7-42F2-A5A8-77538502A1D5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Improve query performants and ensure consistency across datasets</a:t>
          </a:r>
        </a:p>
      </dgm:t>
    </dgm:pt>
    <dgm:pt modelId="{CADE6D4F-2AD6-40BF-A546-4EFCDE5DC9CC}" type="parTrans" cxnId="{80621968-4E78-4E77-8695-4E3DE371D9DA}">
      <dgm:prSet/>
      <dgm:spPr/>
      <dgm:t>
        <a:bodyPr/>
        <a:lstStyle/>
        <a:p>
          <a:endParaRPr lang="en-US"/>
        </a:p>
      </dgm:t>
    </dgm:pt>
    <dgm:pt modelId="{D31C3DAA-7622-45D6-A0A8-EA1DEAA65EF4}" type="sibTrans" cxnId="{80621968-4E78-4E77-8695-4E3DE371D9DA}">
      <dgm:prSet phldrT="6" phldr="0"/>
      <dgm:spPr/>
      <dgm:t>
        <a:bodyPr/>
        <a:lstStyle/>
        <a:p>
          <a:endParaRPr lang="en-US"/>
        </a:p>
      </dgm:t>
    </dgm:pt>
    <dgm:pt modelId="{4D7E3959-1003-4671-B439-B3C3ED6E5042}" type="pres">
      <dgm:prSet presAssocID="{72D5E34F-709B-4F0A-86BD-F16E4862CE36}" presName="Name0" presStyleCnt="0">
        <dgm:presLayoutVars>
          <dgm:dir/>
          <dgm:resizeHandles val="exact"/>
        </dgm:presLayoutVars>
      </dgm:prSet>
      <dgm:spPr/>
    </dgm:pt>
    <dgm:pt modelId="{00FF0FE5-401B-4D5E-BB11-94F5BF86B59A}" type="pres">
      <dgm:prSet presAssocID="{87680E1F-25CB-495D-9047-9010217FE56A}" presName="node" presStyleLbl="node1" presStyleIdx="0" presStyleCnt="6" custScaleX="127940" custScaleY="103321">
        <dgm:presLayoutVars>
          <dgm:bulletEnabled val="1"/>
        </dgm:presLayoutVars>
      </dgm:prSet>
      <dgm:spPr/>
    </dgm:pt>
    <dgm:pt modelId="{63E7E953-ED91-4C3A-8886-99F5CDB313E9}" type="pres">
      <dgm:prSet presAssocID="{A6174CBF-69BB-4C3E-93A5-6640EB5DC191}" presName="sibTrans" presStyleLbl="sibTrans1D1" presStyleIdx="0" presStyleCnt="5"/>
      <dgm:spPr/>
    </dgm:pt>
    <dgm:pt modelId="{5BF416D0-0935-447D-9AEA-8F19BE81B74C}" type="pres">
      <dgm:prSet presAssocID="{A6174CBF-69BB-4C3E-93A5-6640EB5DC191}" presName="connectorText" presStyleLbl="sibTrans1D1" presStyleIdx="0" presStyleCnt="5"/>
      <dgm:spPr/>
    </dgm:pt>
    <dgm:pt modelId="{C0152179-05C0-469F-871D-C871A1CE447C}" type="pres">
      <dgm:prSet presAssocID="{A3331B76-1189-49C3-804D-7E3965741DBC}" presName="node" presStyleLbl="node1" presStyleIdx="1" presStyleCnt="6" custScaleX="117795" custScaleY="103321">
        <dgm:presLayoutVars>
          <dgm:bulletEnabled val="1"/>
        </dgm:presLayoutVars>
      </dgm:prSet>
      <dgm:spPr/>
    </dgm:pt>
    <dgm:pt modelId="{7FAFA345-23FF-4EEB-8AA7-78F8E41E2C7D}" type="pres">
      <dgm:prSet presAssocID="{30B61CC1-0D59-48E1-A11B-672FBACB550D}" presName="sibTrans" presStyleLbl="sibTrans1D1" presStyleIdx="1" presStyleCnt="5"/>
      <dgm:spPr/>
    </dgm:pt>
    <dgm:pt modelId="{FEDE2A6C-A3B8-43D7-A399-DB73411E3E22}" type="pres">
      <dgm:prSet presAssocID="{30B61CC1-0D59-48E1-A11B-672FBACB550D}" presName="connectorText" presStyleLbl="sibTrans1D1" presStyleIdx="1" presStyleCnt="5"/>
      <dgm:spPr/>
    </dgm:pt>
    <dgm:pt modelId="{8BDD507F-6208-4EDF-B8CA-1CF9B8321A6B}" type="pres">
      <dgm:prSet presAssocID="{EB808138-6B0D-49CD-98B7-989D7BDA643E}" presName="node" presStyleLbl="node1" presStyleIdx="2" presStyleCnt="6" custScaleX="117795" custScaleY="103321">
        <dgm:presLayoutVars>
          <dgm:bulletEnabled val="1"/>
        </dgm:presLayoutVars>
      </dgm:prSet>
      <dgm:spPr/>
    </dgm:pt>
    <dgm:pt modelId="{F7BD683C-03A1-4226-BC60-5FE6970A46CF}" type="pres">
      <dgm:prSet presAssocID="{9A9A1AFC-62D7-4B4E-ADBC-EB5E9EF5BB1C}" presName="sibTrans" presStyleLbl="sibTrans1D1" presStyleIdx="2" presStyleCnt="5"/>
      <dgm:spPr/>
    </dgm:pt>
    <dgm:pt modelId="{95B24F5C-F5F1-4397-9FFA-D543278870DD}" type="pres">
      <dgm:prSet presAssocID="{9A9A1AFC-62D7-4B4E-ADBC-EB5E9EF5BB1C}" presName="connectorText" presStyleLbl="sibTrans1D1" presStyleIdx="2" presStyleCnt="5"/>
      <dgm:spPr/>
    </dgm:pt>
    <dgm:pt modelId="{DFFBD4D1-AE71-4AF8-AEB2-924F50F3D993}" type="pres">
      <dgm:prSet presAssocID="{216AB0DE-4CE9-4D58-996E-4D74CE11A098}" presName="node" presStyleLbl="node1" presStyleIdx="3" presStyleCnt="6" custScaleX="157983" custScaleY="103321">
        <dgm:presLayoutVars>
          <dgm:bulletEnabled val="1"/>
        </dgm:presLayoutVars>
      </dgm:prSet>
      <dgm:spPr/>
    </dgm:pt>
    <dgm:pt modelId="{1211D51D-FA47-44F9-9988-07EF1FA7B41C}" type="pres">
      <dgm:prSet presAssocID="{EAE0EAE1-B902-41EE-A7D9-595429E1ADB2}" presName="sibTrans" presStyleLbl="sibTrans1D1" presStyleIdx="3" presStyleCnt="5"/>
      <dgm:spPr/>
    </dgm:pt>
    <dgm:pt modelId="{0950BDF6-82C3-4669-AEA6-12823F3CECA4}" type="pres">
      <dgm:prSet presAssocID="{EAE0EAE1-B902-41EE-A7D9-595429E1ADB2}" presName="connectorText" presStyleLbl="sibTrans1D1" presStyleIdx="3" presStyleCnt="5"/>
      <dgm:spPr/>
    </dgm:pt>
    <dgm:pt modelId="{FC4F12B3-748D-4712-AA87-EA3138BB0B2D}" type="pres">
      <dgm:prSet presAssocID="{256221EB-2022-4DB9-B0F2-4AAD2CB720C7}" presName="node" presStyleLbl="node1" presStyleIdx="4" presStyleCnt="6" custScaleX="117795" custScaleY="103321">
        <dgm:presLayoutVars>
          <dgm:bulletEnabled val="1"/>
        </dgm:presLayoutVars>
      </dgm:prSet>
      <dgm:spPr/>
    </dgm:pt>
    <dgm:pt modelId="{76601CDB-2A28-4206-B238-D07661B4D9F0}" type="pres">
      <dgm:prSet presAssocID="{DD72A2C7-BE01-4AE6-AA71-470EA0E56DC6}" presName="sibTrans" presStyleLbl="sibTrans1D1" presStyleIdx="4" presStyleCnt="5"/>
      <dgm:spPr/>
    </dgm:pt>
    <dgm:pt modelId="{5C80F810-5F6D-4E79-B05E-EA742763FDE9}" type="pres">
      <dgm:prSet presAssocID="{DD72A2C7-BE01-4AE6-AA71-470EA0E56DC6}" presName="connectorText" presStyleLbl="sibTrans1D1" presStyleIdx="4" presStyleCnt="5"/>
      <dgm:spPr/>
    </dgm:pt>
    <dgm:pt modelId="{CE7C4156-F9CE-46A8-960D-60A612629CBA}" type="pres">
      <dgm:prSet presAssocID="{D9DAB9F9-3CC7-42F2-A5A8-77538502A1D5}" presName="node" presStyleLbl="node1" presStyleIdx="5" presStyleCnt="6" custScaleX="117795" custScaleY="103321">
        <dgm:presLayoutVars>
          <dgm:bulletEnabled val="1"/>
        </dgm:presLayoutVars>
      </dgm:prSet>
      <dgm:spPr/>
    </dgm:pt>
  </dgm:ptLst>
  <dgm:cxnLst>
    <dgm:cxn modelId="{165B2400-3084-430E-BE57-BF5CF48F7A21}" type="presOf" srcId="{795947AC-8C50-4D53-9444-C7F815203B65}" destId="{DFFBD4D1-AE71-4AF8-AEB2-924F50F3D993}" srcOrd="0" destOrd="3" presId="urn:microsoft.com/office/officeart/2016/7/layout/RepeatingBendingProcessNew"/>
    <dgm:cxn modelId="{1DC6F412-98E7-4C3D-BBC5-6B576A8B594E}" type="presOf" srcId="{1F8E48EF-F908-4E34-8C1A-8C6A547BE94C}" destId="{DFFBD4D1-AE71-4AF8-AEB2-924F50F3D993}" srcOrd="0" destOrd="2" presId="urn:microsoft.com/office/officeart/2016/7/layout/RepeatingBendingProcessNew"/>
    <dgm:cxn modelId="{4F4C7215-8993-4384-B6F3-E4B1E6212EE3}" type="presOf" srcId="{9A9A1AFC-62D7-4B4E-ADBC-EB5E9EF5BB1C}" destId="{F7BD683C-03A1-4226-BC60-5FE6970A46CF}" srcOrd="0" destOrd="0" presId="urn:microsoft.com/office/officeart/2016/7/layout/RepeatingBendingProcessNew"/>
    <dgm:cxn modelId="{F4FB2A20-4333-4DE9-AC7D-4CF74D553BE5}" type="presOf" srcId="{DD72A2C7-BE01-4AE6-AA71-470EA0E56DC6}" destId="{76601CDB-2A28-4206-B238-D07661B4D9F0}" srcOrd="0" destOrd="0" presId="urn:microsoft.com/office/officeart/2016/7/layout/RepeatingBendingProcessNew"/>
    <dgm:cxn modelId="{7418C12B-F6D7-4FDF-8848-699FA497DE52}" type="presOf" srcId="{D9DAB9F9-3CC7-42F2-A5A8-77538502A1D5}" destId="{CE7C4156-F9CE-46A8-960D-60A612629CBA}" srcOrd="0" destOrd="0" presId="urn:microsoft.com/office/officeart/2016/7/layout/RepeatingBendingProcessNew"/>
    <dgm:cxn modelId="{59DAB02E-49ED-4B9E-9F40-B743CF47B6E9}" type="presOf" srcId="{EB808138-6B0D-49CD-98B7-989D7BDA643E}" destId="{8BDD507F-6208-4EDF-B8CA-1CF9B8321A6B}" srcOrd="0" destOrd="0" presId="urn:microsoft.com/office/officeart/2016/7/layout/RepeatingBendingProcessNew"/>
    <dgm:cxn modelId="{7E734C39-E888-4885-9453-B0ACE3A6EE32}" type="presOf" srcId="{A3331B76-1189-49C3-804D-7E3965741DBC}" destId="{C0152179-05C0-469F-871D-C871A1CE447C}" srcOrd="0" destOrd="0" presId="urn:microsoft.com/office/officeart/2016/7/layout/RepeatingBendingProcessNew"/>
    <dgm:cxn modelId="{EEB2763F-9003-48C7-BE45-1735D526C5D9}" type="presOf" srcId="{72D5E34F-709B-4F0A-86BD-F16E4862CE36}" destId="{4D7E3959-1003-4671-B439-B3C3ED6E5042}" srcOrd="0" destOrd="0" presId="urn:microsoft.com/office/officeart/2016/7/layout/RepeatingBendingProcessNew"/>
    <dgm:cxn modelId="{4A3D365B-0389-418C-87D6-E2D32B608F84}" srcId="{72D5E34F-709B-4F0A-86BD-F16E4862CE36}" destId="{EB808138-6B0D-49CD-98B7-989D7BDA643E}" srcOrd="2" destOrd="0" parTransId="{9D5C9F0D-A0EA-42C0-A438-795F3430EA64}" sibTransId="{9A9A1AFC-62D7-4B4E-ADBC-EB5E9EF5BB1C}"/>
    <dgm:cxn modelId="{041E345E-5302-48B8-BCEB-A8F32F3F2BCC}" type="presOf" srcId="{30B61CC1-0D59-48E1-A11B-672FBACB550D}" destId="{7FAFA345-23FF-4EEB-8AA7-78F8E41E2C7D}" srcOrd="0" destOrd="0" presId="urn:microsoft.com/office/officeart/2016/7/layout/RepeatingBendingProcessNew"/>
    <dgm:cxn modelId="{80621968-4E78-4E77-8695-4E3DE371D9DA}" srcId="{72D5E34F-709B-4F0A-86BD-F16E4862CE36}" destId="{D9DAB9F9-3CC7-42F2-A5A8-77538502A1D5}" srcOrd="5" destOrd="0" parTransId="{CADE6D4F-2AD6-40BF-A546-4EFCDE5DC9CC}" sibTransId="{D31C3DAA-7622-45D6-A0A8-EA1DEAA65EF4}"/>
    <dgm:cxn modelId="{63B5B071-B68C-43E9-9FBE-A69C7259B18B}" type="presOf" srcId="{87680E1F-25CB-495D-9047-9010217FE56A}" destId="{00FF0FE5-401B-4D5E-BB11-94F5BF86B59A}" srcOrd="0" destOrd="0" presId="urn:microsoft.com/office/officeart/2016/7/layout/RepeatingBendingProcessNew"/>
    <dgm:cxn modelId="{3D880973-174B-4AD9-9E92-3AB36419A11C}" srcId="{216AB0DE-4CE9-4D58-996E-4D74CE11A098}" destId="{E5E7E6FF-41E9-4851-AC3E-049A1C3B2CA1}" srcOrd="0" destOrd="0" parTransId="{207B324F-7B20-4700-8F69-96058D4B243D}" sibTransId="{BAE127C5-386E-43CA-853E-B61B34A4C9BF}"/>
    <dgm:cxn modelId="{0BD8838C-6B49-442B-BCA9-982F01AB7DE4}" type="presOf" srcId="{EAE0EAE1-B902-41EE-A7D9-595429E1ADB2}" destId="{0950BDF6-82C3-4669-AEA6-12823F3CECA4}" srcOrd="1" destOrd="0" presId="urn:microsoft.com/office/officeart/2016/7/layout/RepeatingBendingProcessNew"/>
    <dgm:cxn modelId="{52E25799-5AC4-4E78-A8C5-EF87984FD072}" type="presOf" srcId="{DD72A2C7-BE01-4AE6-AA71-470EA0E56DC6}" destId="{5C80F810-5F6D-4E79-B05E-EA742763FDE9}" srcOrd="1" destOrd="0" presId="urn:microsoft.com/office/officeart/2016/7/layout/RepeatingBendingProcessNew"/>
    <dgm:cxn modelId="{970AC599-1196-487E-86B3-3DDDE64E07B2}" srcId="{216AB0DE-4CE9-4D58-996E-4D74CE11A098}" destId="{795947AC-8C50-4D53-9444-C7F815203B65}" srcOrd="2" destOrd="0" parTransId="{5998E804-F717-4272-9B84-A6C56BF2ACA7}" sibTransId="{893344F6-84D9-48D5-8503-EDA2A547B2F8}"/>
    <dgm:cxn modelId="{DD9D0BA5-714E-4113-86C9-04789E809987}" srcId="{72D5E34F-709B-4F0A-86BD-F16E4862CE36}" destId="{A3331B76-1189-49C3-804D-7E3965741DBC}" srcOrd="1" destOrd="0" parTransId="{25190474-B166-466C-9E47-8C38C546C164}" sibTransId="{30B61CC1-0D59-48E1-A11B-672FBACB550D}"/>
    <dgm:cxn modelId="{FA3658AE-C91A-4851-86E7-4E2CE7140549}" srcId="{72D5E34F-709B-4F0A-86BD-F16E4862CE36}" destId="{216AB0DE-4CE9-4D58-996E-4D74CE11A098}" srcOrd="3" destOrd="0" parTransId="{92DB3A0F-F1C5-45A4-B451-2856A1F635CC}" sibTransId="{EAE0EAE1-B902-41EE-A7D9-595429E1ADB2}"/>
    <dgm:cxn modelId="{27F838B5-1D42-415A-ADB7-E63C5AEDD4EF}" type="presOf" srcId="{256221EB-2022-4DB9-B0F2-4AAD2CB720C7}" destId="{FC4F12B3-748D-4712-AA87-EA3138BB0B2D}" srcOrd="0" destOrd="0" presId="urn:microsoft.com/office/officeart/2016/7/layout/RepeatingBendingProcessNew"/>
    <dgm:cxn modelId="{0FBF81B5-776F-40E7-AB79-4B110052B41D}" type="presOf" srcId="{216AB0DE-4CE9-4D58-996E-4D74CE11A098}" destId="{DFFBD4D1-AE71-4AF8-AEB2-924F50F3D993}" srcOrd="0" destOrd="0" presId="urn:microsoft.com/office/officeart/2016/7/layout/RepeatingBendingProcessNew"/>
    <dgm:cxn modelId="{6837F0C5-2929-46F0-82D6-B7DFDB937C97}" type="presOf" srcId="{A6174CBF-69BB-4C3E-93A5-6640EB5DC191}" destId="{63E7E953-ED91-4C3A-8886-99F5CDB313E9}" srcOrd="0" destOrd="0" presId="urn:microsoft.com/office/officeart/2016/7/layout/RepeatingBendingProcessNew"/>
    <dgm:cxn modelId="{18F7B1C8-5135-4FF4-B033-B84935471219}" type="presOf" srcId="{9A9A1AFC-62D7-4B4E-ADBC-EB5E9EF5BB1C}" destId="{95B24F5C-F5F1-4397-9FFA-D543278870DD}" srcOrd="1" destOrd="0" presId="urn:microsoft.com/office/officeart/2016/7/layout/RepeatingBendingProcessNew"/>
    <dgm:cxn modelId="{40FC3DCD-081D-464A-A821-2E0FD0632680}" srcId="{216AB0DE-4CE9-4D58-996E-4D74CE11A098}" destId="{1F8E48EF-F908-4E34-8C1A-8C6A547BE94C}" srcOrd="1" destOrd="0" parTransId="{9BB7EBCD-1C4E-4B8E-8A9D-D88A63F547FA}" sibTransId="{FA354D71-4C77-4214-89FE-F08020E636EA}"/>
    <dgm:cxn modelId="{15555ED1-E710-41D5-B313-1E5141FF5F79}" type="presOf" srcId="{E5E7E6FF-41E9-4851-AC3E-049A1C3B2CA1}" destId="{DFFBD4D1-AE71-4AF8-AEB2-924F50F3D993}" srcOrd="0" destOrd="1" presId="urn:microsoft.com/office/officeart/2016/7/layout/RepeatingBendingProcessNew"/>
    <dgm:cxn modelId="{A586FBED-AC32-44CB-8D68-87CEE27AC33D}" srcId="{72D5E34F-709B-4F0A-86BD-F16E4862CE36}" destId="{256221EB-2022-4DB9-B0F2-4AAD2CB720C7}" srcOrd="4" destOrd="0" parTransId="{7C10F555-A914-4796-914F-B541133C8B90}" sibTransId="{DD72A2C7-BE01-4AE6-AA71-470EA0E56DC6}"/>
    <dgm:cxn modelId="{239B00F1-1C88-4D04-8AFF-4966439310E6}" type="presOf" srcId="{A6174CBF-69BB-4C3E-93A5-6640EB5DC191}" destId="{5BF416D0-0935-447D-9AEA-8F19BE81B74C}" srcOrd="1" destOrd="0" presId="urn:microsoft.com/office/officeart/2016/7/layout/RepeatingBendingProcessNew"/>
    <dgm:cxn modelId="{13A507F5-B1CE-4482-866A-2FA671679658}" type="presOf" srcId="{30B61CC1-0D59-48E1-A11B-672FBACB550D}" destId="{FEDE2A6C-A3B8-43D7-A399-DB73411E3E22}" srcOrd="1" destOrd="0" presId="urn:microsoft.com/office/officeart/2016/7/layout/RepeatingBendingProcessNew"/>
    <dgm:cxn modelId="{091FE9F7-43B3-4474-8FB9-F89194408270}" type="presOf" srcId="{EAE0EAE1-B902-41EE-A7D9-595429E1ADB2}" destId="{1211D51D-FA47-44F9-9988-07EF1FA7B41C}" srcOrd="0" destOrd="0" presId="urn:microsoft.com/office/officeart/2016/7/layout/RepeatingBendingProcessNew"/>
    <dgm:cxn modelId="{71A8A5FC-109E-47FB-BD31-2E2C7468CAFA}" srcId="{72D5E34F-709B-4F0A-86BD-F16E4862CE36}" destId="{87680E1F-25CB-495D-9047-9010217FE56A}" srcOrd="0" destOrd="0" parTransId="{0A56883F-E2A1-47C3-AA4F-E34C908CC1E3}" sibTransId="{A6174CBF-69BB-4C3E-93A5-6640EB5DC191}"/>
    <dgm:cxn modelId="{D984C1F4-2ADF-42C9-9464-5DC821B5F933}" type="presParOf" srcId="{4D7E3959-1003-4671-B439-B3C3ED6E5042}" destId="{00FF0FE5-401B-4D5E-BB11-94F5BF86B59A}" srcOrd="0" destOrd="0" presId="urn:microsoft.com/office/officeart/2016/7/layout/RepeatingBendingProcessNew"/>
    <dgm:cxn modelId="{4D0E45B6-0D3F-439C-9341-FAA36F7C0910}" type="presParOf" srcId="{4D7E3959-1003-4671-B439-B3C3ED6E5042}" destId="{63E7E953-ED91-4C3A-8886-99F5CDB313E9}" srcOrd="1" destOrd="0" presId="urn:microsoft.com/office/officeart/2016/7/layout/RepeatingBendingProcessNew"/>
    <dgm:cxn modelId="{A695A760-D17C-4C4E-BF00-E7D8DD597A49}" type="presParOf" srcId="{63E7E953-ED91-4C3A-8886-99F5CDB313E9}" destId="{5BF416D0-0935-447D-9AEA-8F19BE81B74C}" srcOrd="0" destOrd="0" presId="urn:microsoft.com/office/officeart/2016/7/layout/RepeatingBendingProcessNew"/>
    <dgm:cxn modelId="{28CD9AE3-9F12-445B-8892-998D22C56178}" type="presParOf" srcId="{4D7E3959-1003-4671-B439-B3C3ED6E5042}" destId="{C0152179-05C0-469F-871D-C871A1CE447C}" srcOrd="2" destOrd="0" presId="urn:microsoft.com/office/officeart/2016/7/layout/RepeatingBendingProcessNew"/>
    <dgm:cxn modelId="{975D7834-8CFB-4E15-93FC-E07F58590673}" type="presParOf" srcId="{4D7E3959-1003-4671-B439-B3C3ED6E5042}" destId="{7FAFA345-23FF-4EEB-8AA7-78F8E41E2C7D}" srcOrd="3" destOrd="0" presId="urn:microsoft.com/office/officeart/2016/7/layout/RepeatingBendingProcessNew"/>
    <dgm:cxn modelId="{E62DA896-17A9-4486-973C-ABDDA8B2AD04}" type="presParOf" srcId="{7FAFA345-23FF-4EEB-8AA7-78F8E41E2C7D}" destId="{FEDE2A6C-A3B8-43D7-A399-DB73411E3E22}" srcOrd="0" destOrd="0" presId="urn:microsoft.com/office/officeart/2016/7/layout/RepeatingBendingProcessNew"/>
    <dgm:cxn modelId="{324CE2FA-0EB2-4D07-A2CD-240A30CAC22B}" type="presParOf" srcId="{4D7E3959-1003-4671-B439-B3C3ED6E5042}" destId="{8BDD507F-6208-4EDF-B8CA-1CF9B8321A6B}" srcOrd="4" destOrd="0" presId="urn:microsoft.com/office/officeart/2016/7/layout/RepeatingBendingProcessNew"/>
    <dgm:cxn modelId="{F91141C7-CCBA-4B2D-AA3A-D830BDD3B2DD}" type="presParOf" srcId="{4D7E3959-1003-4671-B439-B3C3ED6E5042}" destId="{F7BD683C-03A1-4226-BC60-5FE6970A46CF}" srcOrd="5" destOrd="0" presId="urn:microsoft.com/office/officeart/2016/7/layout/RepeatingBendingProcessNew"/>
    <dgm:cxn modelId="{12A00474-061F-4D55-898F-8BA53CF5129D}" type="presParOf" srcId="{F7BD683C-03A1-4226-BC60-5FE6970A46CF}" destId="{95B24F5C-F5F1-4397-9FFA-D543278870DD}" srcOrd="0" destOrd="0" presId="urn:microsoft.com/office/officeart/2016/7/layout/RepeatingBendingProcessNew"/>
    <dgm:cxn modelId="{F8856337-97DA-44F3-B114-0741E4490FF6}" type="presParOf" srcId="{4D7E3959-1003-4671-B439-B3C3ED6E5042}" destId="{DFFBD4D1-AE71-4AF8-AEB2-924F50F3D993}" srcOrd="6" destOrd="0" presId="urn:microsoft.com/office/officeart/2016/7/layout/RepeatingBendingProcessNew"/>
    <dgm:cxn modelId="{DFE8E16A-FCAF-4EE9-8713-240F283D129F}" type="presParOf" srcId="{4D7E3959-1003-4671-B439-B3C3ED6E5042}" destId="{1211D51D-FA47-44F9-9988-07EF1FA7B41C}" srcOrd="7" destOrd="0" presId="urn:microsoft.com/office/officeart/2016/7/layout/RepeatingBendingProcessNew"/>
    <dgm:cxn modelId="{010E9EB6-4B6B-41F7-A320-A44DD2ADF2BB}" type="presParOf" srcId="{1211D51D-FA47-44F9-9988-07EF1FA7B41C}" destId="{0950BDF6-82C3-4669-AEA6-12823F3CECA4}" srcOrd="0" destOrd="0" presId="urn:microsoft.com/office/officeart/2016/7/layout/RepeatingBendingProcessNew"/>
    <dgm:cxn modelId="{87A921FA-AB5E-435D-ABD2-E314CAAB3783}" type="presParOf" srcId="{4D7E3959-1003-4671-B439-B3C3ED6E5042}" destId="{FC4F12B3-748D-4712-AA87-EA3138BB0B2D}" srcOrd="8" destOrd="0" presId="urn:microsoft.com/office/officeart/2016/7/layout/RepeatingBendingProcessNew"/>
    <dgm:cxn modelId="{40A70CCF-9246-45AD-B649-5ABC0E7964BE}" type="presParOf" srcId="{4D7E3959-1003-4671-B439-B3C3ED6E5042}" destId="{76601CDB-2A28-4206-B238-D07661B4D9F0}" srcOrd="9" destOrd="0" presId="urn:microsoft.com/office/officeart/2016/7/layout/RepeatingBendingProcessNew"/>
    <dgm:cxn modelId="{56EE2329-24EF-4D27-BA91-25D02BBDECE8}" type="presParOf" srcId="{76601CDB-2A28-4206-B238-D07661B4D9F0}" destId="{5C80F810-5F6D-4E79-B05E-EA742763FDE9}" srcOrd="0" destOrd="0" presId="urn:microsoft.com/office/officeart/2016/7/layout/RepeatingBendingProcessNew"/>
    <dgm:cxn modelId="{2BD4E9CD-399E-4A67-B17C-A92D59328A33}" type="presParOf" srcId="{4D7E3959-1003-4671-B439-B3C3ED6E5042}" destId="{CE7C4156-F9CE-46A8-960D-60A612629CBA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D5E34F-709B-4F0A-86BD-F16E4862CE36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7680E1F-25CB-495D-9047-9010217FE56A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Compute global yearly temperature averages using Hive aggregation</a:t>
          </a:r>
        </a:p>
      </dgm:t>
    </dgm:pt>
    <dgm:pt modelId="{0A56883F-E2A1-47C3-AA4F-E34C908CC1E3}" type="parTrans" cxnId="{71A8A5FC-109E-47FB-BD31-2E2C7468CAFA}">
      <dgm:prSet/>
      <dgm:spPr/>
      <dgm:t>
        <a:bodyPr/>
        <a:lstStyle/>
        <a:p>
          <a:endParaRPr lang="en-US"/>
        </a:p>
      </dgm:t>
    </dgm:pt>
    <dgm:pt modelId="{A6174CBF-69BB-4C3E-93A5-6640EB5DC191}" type="sibTrans" cxnId="{71A8A5FC-109E-47FB-BD31-2E2C7468CAFA}">
      <dgm:prSet phldrT="1" phldr="0"/>
      <dgm:spPr/>
      <dgm:t>
        <a:bodyPr/>
        <a:lstStyle/>
        <a:p>
          <a:endParaRPr lang="en-US" dirty="0"/>
        </a:p>
      </dgm:t>
    </dgm:pt>
    <dgm:pt modelId="{A3331B76-1189-49C3-804D-7E3965741DBC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Calculate country-level average temperatures and rankings</a:t>
          </a:r>
        </a:p>
      </dgm:t>
    </dgm:pt>
    <dgm:pt modelId="{25190474-B166-466C-9E47-8C38C546C164}" type="parTrans" cxnId="{DD9D0BA5-714E-4113-86C9-04789E809987}">
      <dgm:prSet/>
      <dgm:spPr/>
      <dgm:t>
        <a:bodyPr/>
        <a:lstStyle/>
        <a:p>
          <a:endParaRPr lang="en-US"/>
        </a:p>
      </dgm:t>
    </dgm:pt>
    <dgm:pt modelId="{30B61CC1-0D59-48E1-A11B-672FBACB550D}" type="sibTrans" cxnId="{DD9D0BA5-714E-4113-86C9-04789E809987}">
      <dgm:prSet phldrT="2" phldr="0"/>
      <dgm:spPr/>
      <dgm:t>
        <a:bodyPr/>
        <a:lstStyle/>
        <a:p>
          <a:endParaRPr lang="en-US" dirty="0"/>
        </a:p>
      </dgm:t>
    </dgm:pt>
    <dgm:pt modelId="{EB808138-6B0D-49CD-98B7-989D7BDA643E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Analyze temperature change between early and recent periods</a:t>
          </a:r>
        </a:p>
      </dgm:t>
    </dgm:pt>
    <dgm:pt modelId="{9D5C9F0D-A0EA-42C0-A438-795F3430EA64}" type="parTrans" cxnId="{4A3D365B-0389-418C-87D6-E2D32B608F84}">
      <dgm:prSet/>
      <dgm:spPr/>
      <dgm:t>
        <a:bodyPr/>
        <a:lstStyle/>
        <a:p>
          <a:endParaRPr lang="en-US"/>
        </a:p>
      </dgm:t>
    </dgm:pt>
    <dgm:pt modelId="{9A9A1AFC-62D7-4B4E-ADBC-EB5E9EF5BB1C}" type="sibTrans" cxnId="{4A3D365B-0389-418C-87D6-E2D32B608F84}">
      <dgm:prSet phldrT="3" phldr="0"/>
      <dgm:spPr/>
      <dgm:t>
        <a:bodyPr/>
        <a:lstStyle/>
        <a:p>
          <a:endParaRPr lang="en-US" dirty="0"/>
        </a:p>
      </dgm:t>
    </dgm:pt>
    <dgm:pt modelId="{216AB0DE-4CE9-4D58-996E-4D74CE11A098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Identify countries with the highest temperature increases </a:t>
          </a:r>
        </a:p>
      </dgm:t>
    </dgm:pt>
    <dgm:pt modelId="{92DB3A0F-F1C5-45A4-B451-2856A1F635CC}" type="parTrans" cxnId="{FA3658AE-C91A-4851-86E7-4E2CE7140549}">
      <dgm:prSet/>
      <dgm:spPr/>
      <dgm:t>
        <a:bodyPr/>
        <a:lstStyle/>
        <a:p>
          <a:endParaRPr lang="en-US"/>
        </a:p>
      </dgm:t>
    </dgm:pt>
    <dgm:pt modelId="{EAE0EAE1-B902-41EE-A7D9-595429E1ADB2}" type="sibTrans" cxnId="{FA3658AE-C91A-4851-86E7-4E2CE7140549}">
      <dgm:prSet phldrT="4" phldr="0"/>
      <dgm:spPr/>
      <dgm:t>
        <a:bodyPr/>
        <a:lstStyle/>
        <a:p>
          <a:endParaRPr lang="en-US" dirty="0"/>
        </a:p>
      </dgm:t>
    </dgm:pt>
    <dgm:pt modelId="{256221EB-2022-4DB9-B0F2-4AAD2CB720C7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Perform city-level analysis to detect localized temperature changes</a:t>
          </a:r>
        </a:p>
      </dgm:t>
    </dgm:pt>
    <dgm:pt modelId="{7C10F555-A914-4796-914F-B541133C8B90}" type="parTrans" cxnId="{A586FBED-AC32-44CB-8D68-87CEE27AC33D}">
      <dgm:prSet/>
      <dgm:spPr/>
      <dgm:t>
        <a:bodyPr/>
        <a:lstStyle/>
        <a:p>
          <a:endParaRPr lang="en-US"/>
        </a:p>
      </dgm:t>
    </dgm:pt>
    <dgm:pt modelId="{DD72A2C7-BE01-4AE6-AA71-470EA0E56DC6}" type="sibTrans" cxnId="{A586FBED-AC32-44CB-8D68-87CEE27AC33D}">
      <dgm:prSet phldrT="5" phldr="0"/>
      <dgm:spPr/>
      <dgm:t>
        <a:bodyPr/>
        <a:lstStyle/>
        <a:p>
          <a:endParaRPr lang="en-US" dirty="0"/>
        </a:p>
      </dgm:t>
    </dgm:pt>
    <dgm:pt modelId="{D9DAB9F9-3CC7-42F2-A5A8-77538502A1D5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Generate century-based averages for long-term comparison</a:t>
          </a:r>
        </a:p>
      </dgm:t>
    </dgm:pt>
    <dgm:pt modelId="{CADE6D4F-2AD6-40BF-A546-4EFCDE5DC9CC}" type="parTrans" cxnId="{80621968-4E78-4E77-8695-4E3DE371D9DA}">
      <dgm:prSet/>
      <dgm:spPr/>
      <dgm:t>
        <a:bodyPr/>
        <a:lstStyle/>
        <a:p>
          <a:endParaRPr lang="en-US"/>
        </a:p>
      </dgm:t>
    </dgm:pt>
    <dgm:pt modelId="{D31C3DAA-7622-45D6-A0A8-EA1DEAA65EF4}" type="sibTrans" cxnId="{80621968-4E78-4E77-8695-4E3DE371D9DA}">
      <dgm:prSet phldrT="6" phldr="0"/>
      <dgm:spPr/>
      <dgm:t>
        <a:bodyPr/>
        <a:lstStyle/>
        <a:p>
          <a:endParaRPr lang="en-US"/>
        </a:p>
      </dgm:t>
    </dgm:pt>
    <dgm:pt modelId="{4D7E3959-1003-4671-B439-B3C3ED6E5042}" type="pres">
      <dgm:prSet presAssocID="{72D5E34F-709B-4F0A-86BD-F16E4862CE36}" presName="Name0" presStyleCnt="0">
        <dgm:presLayoutVars>
          <dgm:dir/>
          <dgm:resizeHandles val="exact"/>
        </dgm:presLayoutVars>
      </dgm:prSet>
      <dgm:spPr/>
    </dgm:pt>
    <dgm:pt modelId="{00FF0FE5-401B-4D5E-BB11-94F5BF86B59A}" type="pres">
      <dgm:prSet presAssocID="{87680E1F-25CB-495D-9047-9010217FE56A}" presName="node" presStyleLbl="node1" presStyleIdx="0" presStyleCnt="6" custScaleX="127940" custScaleY="103321">
        <dgm:presLayoutVars>
          <dgm:bulletEnabled val="1"/>
        </dgm:presLayoutVars>
      </dgm:prSet>
      <dgm:spPr/>
    </dgm:pt>
    <dgm:pt modelId="{63E7E953-ED91-4C3A-8886-99F5CDB313E9}" type="pres">
      <dgm:prSet presAssocID="{A6174CBF-69BB-4C3E-93A5-6640EB5DC191}" presName="sibTrans" presStyleLbl="sibTrans1D1" presStyleIdx="0" presStyleCnt="5"/>
      <dgm:spPr/>
    </dgm:pt>
    <dgm:pt modelId="{5BF416D0-0935-447D-9AEA-8F19BE81B74C}" type="pres">
      <dgm:prSet presAssocID="{A6174CBF-69BB-4C3E-93A5-6640EB5DC191}" presName="connectorText" presStyleLbl="sibTrans1D1" presStyleIdx="0" presStyleCnt="5"/>
      <dgm:spPr/>
    </dgm:pt>
    <dgm:pt modelId="{C0152179-05C0-469F-871D-C871A1CE447C}" type="pres">
      <dgm:prSet presAssocID="{A3331B76-1189-49C3-804D-7E3965741DBC}" presName="node" presStyleLbl="node1" presStyleIdx="1" presStyleCnt="6" custScaleX="117795" custScaleY="103321">
        <dgm:presLayoutVars>
          <dgm:bulletEnabled val="1"/>
        </dgm:presLayoutVars>
      </dgm:prSet>
      <dgm:spPr/>
    </dgm:pt>
    <dgm:pt modelId="{7FAFA345-23FF-4EEB-8AA7-78F8E41E2C7D}" type="pres">
      <dgm:prSet presAssocID="{30B61CC1-0D59-48E1-A11B-672FBACB550D}" presName="sibTrans" presStyleLbl="sibTrans1D1" presStyleIdx="1" presStyleCnt="5"/>
      <dgm:spPr/>
    </dgm:pt>
    <dgm:pt modelId="{FEDE2A6C-A3B8-43D7-A399-DB73411E3E22}" type="pres">
      <dgm:prSet presAssocID="{30B61CC1-0D59-48E1-A11B-672FBACB550D}" presName="connectorText" presStyleLbl="sibTrans1D1" presStyleIdx="1" presStyleCnt="5"/>
      <dgm:spPr/>
    </dgm:pt>
    <dgm:pt modelId="{8BDD507F-6208-4EDF-B8CA-1CF9B8321A6B}" type="pres">
      <dgm:prSet presAssocID="{EB808138-6B0D-49CD-98B7-989D7BDA643E}" presName="node" presStyleLbl="node1" presStyleIdx="2" presStyleCnt="6" custScaleX="117795" custScaleY="103321">
        <dgm:presLayoutVars>
          <dgm:bulletEnabled val="1"/>
        </dgm:presLayoutVars>
      </dgm:prSet>
      <dgm:spPr/>
    </dgm:pt>
    <dgm:pt modelId="{F7BD683C-03A1-4226-BC60-5FE6970A46CF}" type="pres">
      <dgm:prSet presAssocID="{9A9A1AFC-62D7-4B4E-ADBC-EB5E9EF5BB1C}" presName="sibTrans" presStyleLbl="sibTrans1D1" presStyleIdx="2" presStyleCnt="5"/>
      <dgm:spPr/>
    </dgm:pt>
    <dgm:pt modelId="{95B24F5C-F5F1-4397-9FFA-D543278870DD}" type="pres">
      <dgm:prSet presAssocID="{9A9A1AFC-62D7-4B4E-ADBC-EB5E9EF5BB1C}" presName="connectorText" presStyleLbl="sibTrans1D1" presStyleIdx="2" presStyleCnt="5"/>
      <dgm:spPr/>
    </dgm:pt>
    <dgm:pt modelId="{DFFBD4D1-AE71-4AF8-AEB2-924F50F3D993}" type="pres">
      <dgm:prSet presAssocID="{216AB0DE-4CE9-4D58-996E-4D74CE11A098}" presName="node" presStyleLbl="node1" presStyleIdx="3" presStyleCnt="6" custScaleX="127939" custScaleY="103195">
        <dgm:presLayoutVars>
          <dgm:bulletEnabled val="1"/>
        </dgm:presLayoutVars>
      </dgm:prSet>
      <dgm:spPr/>
    </dgm:pt>
    <dgm:pt modelId="{1211D51D-FA47-44F9-9988-07EF1FA7B41C}" type="pres">
      <dgm:prSet presAssocID="{EAE0EAE1-B902-41EE-A7D9-595429E1ADB2}" presName="sibTrans" presStyleLbl="sibTrans1D1" presStyleIdx="3" presStyleCnt="5"/>
      <dgm:spPr/>
    </dgm:pt>
    <dgm:pt modelId="{0950BDF6-82C3-4669-AEA6-12823F3CECA4}" type="pres">
      <dgm:prSet presAssocID="{EAE0EAE1-B902-41EE-A7D9-595429E1ADB2}" presName="connectorText" presStyleLbl="sibTrans1D1" presStyleIdx="3" presStyleCnt="5"/>
      <dgm:spPr/>
    </dgm:pt>
    <dgm:pt modelId="{FC4F12B3-748D-4712-AA87-EA3138BB0B2D}" type="pres">
      <dgm:prSet presAssocID="{256221EB-2022-4DB9-B0F2-4AAD2CB720C7}" presName="node" presStyleLbl="node1" presStyleIdx="4" presStyleCnt="6" custScaleX="117795" custScaleY="103321">
        <dgm:presLayoutVars>
          <dgm:bulletEnabled val="1"/>
        </dgm:presLayoutVars>
      </dgm:prSet>
      <dgm:spPr/>
    </dgm:pt>
    <dgm:pt modelId="{76601CDB-2A28-4206-B238-D07661B4D9F0}" type="pres">
      <dgm:prSet presAssocID="{DD72A2C7-BE01-4AE6-AA71-470EA0E56DC6}" presName="sibTrans" presStyleLbl="sibTrans1D1" presStyleIdx="4" presStyleCnt="5"/>
      <dgm:spPr/>
    </dgm:pt>
    <dgm:pt modelId="{5C80F810-5F6D-4E79-B05E-EA742763FDE9}" type="pres">
      <dgm:prSet presAssocID="{DD72A2C7-BE01-4AE6-AA71-470EA0E56DC6}" presName="connectorText" presStyleLbl="sibTrans1D1" presStyleIdx="4" presStyleCnt="5"/>
      <dgm:spPr/>
    </dgm:pt>
    <dgm:pt modelId="{CE7C4156-F9CE-46A8-960D-60A612629CBA}" type="pres">
      <dgm:prSet presAssocID="{D9DAB9F9-3CC7-42F2-A5A8-77538502A1D5}" presName="node" presStyleLbl="node1" presStyleIdx="5" presStyleCnt="6" custScaleX="117795" custScaleY="103321">
        <dgm:presLayoutVars>
          <dgm:bulletEnabled val="1"/>
        </dgm:presLayoutVars>
      </dgm:prSet>
      <dgm:spPr/>
    </dgm:pt>
  </dgm:ptLst>
  <dgm:cxnLst>
    <dgm:cxn modelId="{4F4C7215-8993-4384-B6F3-E4B1E6212EE3}" type="presOf" srcId="{9A9A1AFC-62D7-4B4E-ADBC-EB5E9EF5BB1C}" destId="{F7BD683C-03A1-4226-BC60-5FE6970A46CF}" srcOrd="0" destOrd="0" presId="urn:microsoft.com/office/officeart/2016/7/layout/RepeatingBendingProcessNew"/>
    <dgm:cxn modelId="{F4FB2A20-4333-4DE9-AC7D-4CF74D553BE5}" type="presOf" srcId="{DD72A2C7-BE01-4AE6-AA71-470EA0E56DC6}" destId="{76601CDB-2A28-4206-B238-D07661B4D9F0}" srcOrd="0" destOrd="0" presId="urn:microsoft.com/office/officeart/2016/7/layout/RepeatingBendingProcessNew"/>
    <dgm:cxn modelId="{7418C12B-F6D7-4FDF-8848-699FA497DE52}" type="presOf" srcId="{D9DAB9F9-3CC7-42F2-A5A8-77538502A1D5}" destId="{CE7C4156-F9CE-46A8-960D-60A612629CBA}" srcOrd="0" destOrd="0" presId="urn:microsoft.com/office/officeart/2016/7/layout/RepeatingBendingProcessNew"/>
    <dgm:cxn modelId="{59DAB02E-49ED-4B9E-9F40-B743CF47B6E9}" type="presOf" srcId="{EB808138-6B0D-49CD-98B7-989D7BDA643E}" destId="{8BDD507F-6208-4EDF-B8CA-1CF9B8321A6B}" srcOrd="0" destOrd="0" presId="urn:microsoft.com/office/officeart/2016/7/layout/RepeatingBendingProcessNew"/>
    <dgm:cxn modelId="{7E734C39-E888-4885-9453-B0ACE3A6EE32}" type="presOf" srcId="{A3331B76-1189-49C3-804D-7E3965741DBC}" destId="{C0152179-05C0-469F-871D-C871A1CE447C}" srcOrd="0" destOrd="0" presId="urn:microsoft.com/office/officeart/2016/7/layout/RepeatingBendingProcessNew"/>
    <dgm:cxn modelId="{EEB2763F-9003-48C7-BE45-1735D526C5D9}" type="presOf" srcId="{72D5E34F-709B-4F0A-86BD-F16E4862CE36}" destId="{4D7E3959-1003-4671-B439-B3C3ED6E5042}" srcOrd="0" destOrd="0" presId="urn:microsoft.com/office/officeart/2016/7/layout/RepeatingBendingProcessNew"/>
    <dgm:cxn modelId="{4A3D365B-0389-418C-87D6-E2D32B608F84}" srcId="{72D5E34F-709B-4F0A-86BD-F16E4862CE36}" destId="{EB808138-6B0D-49CD-98B7-989D7BDA643E}" srcOrd="2" destOrd="0" parTransId="{9D5C9F0D-A0EA-42C0-A438-795F3430EA64}" sibTransId="{9A9A1AFC-62D7-4B4E-ADBC-EB5E9EF5BB1C}"/>
    <dgm:cxn modelId="{041E345E-5302-48B8-BCEB-A8F32F3F2BCC}" type="presOf" srcId="{30B61CC1-0D59-48E1-A11B-672FBACB550D}" destId="{7FAFA345-23FF-4EEB-8AA7-78F8E41E2C7D}" srcOrd="0" destOrd="0" presId="urn:microsoft.com/office/officeart/2016/7/layout/RepeatingBendingProcessNew"/>
    <dgm:cxn modelId="{80621968-4E78-4E77-8695-4E3DE371D9DA}" srcId="{72D5E34F-709B-4F0A-86BD-F16E4862CE36}" destId="{D9DAB9F9-3CC7-42F2-A5A8-77538502A1D5}" srcOrd="5" destOrd="0" parTransId="{CADE6D4F-2AD6-40BF-A546-4EFCDE5DC9CC}" sibTransId="{D31C3DAA-7622-45D6-A0A8-EA1DEAA65EF4}"/>
    <dgm:cxn modelId="{63B5B071-B68C-43E9-9FBE-A69C7259B18B}" type="presOf" srcId="{87680E1F-25CB-495D-9047-9010217FE56A}" destId="{00FF0FE5-401B-4D5E-BB11-94F5BF86B59A}" srcOrd="0" destOrd="0" presId="urn:microsoft.com/office/officeart/2016/7/layout/RepeatingBendingProcessNew"/>
    <dgm:cxn modelId="{0BD8838C-6B49-442B-BCA9-982F01AB7DE4}" type="presOf" srcId="{EAE0EAE1-B902-41EE-A7D9-595429E1ADB2}" destId="{0950BDF6-82C3-4669-AEA6-12823F3CECA4}" srcOrd="1" destOrd="0" presId="urn:microsoft.com/office/officeart/2016/7/layout/RepeatingBendingProcessNew"/>
    <dgm:cxn modelId="{52E25799-5AC4-4E78-A8C5-EF87984FD072}" type="presOf" srcId="{DD72A2C7-BE01-4AE6-AA71-470EA0E56DC6}" destId="{5C80F810-5F6D-4E79-B05E-EA742763FDE9}" srcOrd="1" destOrd="0" presId="urn:microsoft.com/office/officeart/2016/7/layout/RepeatingBendingProcessNew"/>
    <dgm:cxn modelId="{DD9D0BA5-714E-4113-86C9-04789E809987}" srcId="{72D5E34F-709B-4F0A-86BD-F16E4862CE36}" destId="{A3331B76-1189-49C3-804D-7E3965741DBC}" srcOrd="1" destOrd="0" parTransId="{25190474-B166-466C-9E47-8C38C546C164}" sibTransId="{30B61CC1-0D59-48E1-A11B-672FBACB550D}"/>
    <dgm:cxn modelId="{FA3658AE-C91A-4851-86E7-4E2CE7140549}" srcId="{72D5E34F-709B-4F0A-86BD-F16E4862CE36}" destId="{216AB0DE-4CE9-4D58-996E-4D74CE11A098}" srcOrd="3" destOrd="0" parTransId="{92DB3A0F-F1C5-45A4-B451-2856A1F635CC}" sibTransId="{EAE0EAE1-B902-41EE-A7D9-595429E1ADB2}"/>
    <dgm:cxn modelId="{27F838B5-1D42-415A-ADB7-E63C5AEDD4EF}" type="presOf" srcId="{256221EB-2022-4DB9-B0F2-4AAD2CB720C7}" destId="{FC4F12B3-748D-4712-AA87-EA3138BB0B2D}" srcOrd="0" destOrd="0" presId="urn:microsoft.com/office/officeart/2016/7/layout/RepeatingBendingProcessNew"/>
    <dgm:cxn modelId="{0FBF81B5-776F-40E7-AB79-4B110052B41D}" type="presOf" srcId="{216AB0DE-4CE9-4D58-996E-4D74CE11A098}" destId="{DFFBD4D1-AE71-4AF8-AEB2-924F50F3D993}" srcOrd="0" destOrd="0" presId="urn:microsoft.com/office/officeart/2016/7/layout/RepeatingBendingProcessNew"/>
    <dgm:cxn modelId="{6837F0C5-2929-46F0-82D6-B7DFDB937C97}" type="presOf" srcId="{A6174CBF-69BB-4C3E-93A5-6640EB5DC191}" destId="{63E7E953-ED91-4C3A-8886-99F5CDB313E9}" srcOrd="0" destOrd="0" presId="urn:microsoft.com/office/officeart/2016/7/layout/RepeatingBendingProcessNew"/>
    <dgm:cxn modelId="{18F7B1C8-5135-4FF4-B033-B84935471219}" type="presOf" srcId="{9A9A1AFC-62D7-4B4E-ADBC-EB5E9EF5BB1C}" destId="{95B24F5C-F5F1-4397-9FFA-D543278870DD}" srcOrd="1" destOrd="0" presId="urn:microsoft.com/office/officeart/2016/7/layout/RepeatingBendingProcessNew"/>
    <dgm:cxn modelId="{A586FBED-AC32-44CB-8D68-87CEE27AC33D}" srcId="{72D5E34F-709B-4F0A-86BD-F16E4862CE36}" destId="{256221EB-2022-4DB9-B0F2-4AAD2CB720C7}" srcOrd="4" destOrd="0" parTransId="{7C10F555-A914-4796-914F-B541133C8B90}" sibTransId="{DD72A2C7-BE01-4AE6-AA71-470EA0E56DC6}"/>
    <dgm:cxn modelId="{239B00F1-1C88-4D04-8AFF-4966439310E6}" type="presOf" srcId="{A6174CBF-69BB-4C3E-93A5-6640EB5DC191}" destId="{5BF416D0-0935-447D-9AEA-8F19BE81B74C}" srcOrd="1" destOrd="0" presId="urn:microsoft.com/office/officeart/2016/7/layout/RepeatingBendingProcessNew"/>
    <dgm:cxn modelId="{13A507F5-B1CE-4482-866A-2FA671679658}" type="presOf" srcId="{30B61CC1-0D59-48E1-A11B-672FBACB550D}" destId="{FEDE2A6C-A3B8-43D7-A399-DB73411E3E22}" srcOrd="1" destOrd="0" presId="urn:microsoft.com/office/officeart/2016/7/layout/RepeatingBendingProcessNew"/>
    <dgm:cxn modelId="{091FE9F7-43B3-4474-8FB9-F89194408270}" type="presOf" srcId="{EAE0EAE1-B902-41EE-A7D9-595429E1ADB2}" destId="{1211D51D-FA47-44F9-9988-07EF1FA7B41C}" srcOrd="0" destOrd="0" presId="urn:microsoft.com/office/officeart/2016/7/layout/RepeatingBendingProcessNew"/>
    <dgm:cxn modelId="{71A8A5FC-109E-47FB-BD31-2E2C7468CAFA}" srcId="{72D5E34F-709B-4F0A-86BD-F16E4862CE36}" destId="{87680E1F-25CB-495D-9047-9010217FE56A}" srcOrd="0" destOrd="0" parTransId="{0A56883F-E2A1-47C3-AA4F-E34C908CC1E3}" sibTransId="{A6174CBF-69BB-4C3E-93A5-6640EB5DC191}"/>
    <dgm:cxn modelId="{D984C1F4-2ADF-42C9-9464-5DC821B5F933}" type="presParOf" srcId="{4D7E3959-1003-4671-B439-B3C3ED6E5042}" destId="{00FF0FE5-401B-4D5E-BB11-94F5BF86B59A}" srcOrd="0" destOrd="0" presId="urn:microsoft.com/office/officeart/2016/7/layout/RepeatingBendingProcessNew"/>
    <dgm:cxn modelId="{4D0E45B6-0D3F-439C-9341-FAA36F7C0910}" type="presParOf" srcId="{4D7E3959-1003-4671-B439-B3C3ED6E5042}" destId="{63E7E953-ED91-4C3A-8886-99F5CDB313E9}" srcOrd="1" destOrd="0" presId="urn:microsoft.com/office/officeart/2016/7/layout/RepeatingBendingProcessNew"/>
    <dgm:cxn modelId="{A695A760-D17C-4C4E-BF00-E7D8DD597A49}" type="presParOf" srcId="{63E7E953-ED91-4C3A-8886-99F5CDB313E9}" destId="{5BF416D0-0935-447D-9AEA-8F19BE81B74C}" srcOrd="0" destOrd="0" presId="urn:microsoft.com/office/officeart/2016/7/layout/RepeatingBendingProcessNew"/>
    <dgm:cxn modelId="{28CD9AE3-9F12-445B-8892-998D22C56178}" type="presParOf" srcId="{4D7E3959-1003-4671-B439-B3C3ED6E5042}" destId="{C0152179-05C0-469F-871D-C871A1CE447C}" srcOrd="2" destOrd="0" presId="urn:microsoft.com/office/officeart/2016/7/layout/RepeatingBendingProcessNew"/>
    <dgm:cxn modelId="{975D7834-8CFB-4E15-93FC-E07F58590673}" type="presParOf" srcId="{4D7E3959-1003-4671-B439-B3C3ED6E5042}" destId="{7FAFA345-23FF-4EEB-8AA7-78F8E41E2C7D}" srcOrd="3" destOrd="0" presId="urn:microsoft.com/office/officeart/2016/7/layout/RepeatingBendingProcessNew"/>
    <dgm:cxn modelId="{E62DA896-17A9-4486-973C-ABDDA8B2AD04}" type="presParOf" srcId="{7FAFA345-23FF-4EEB-8AA7-78F8E41E2C7D}" destId="{FEDE2A6C-A3B8-43D7-A399-DB73411E3E22}" srcOrd="0" destOrd="0" presId="urn:microsoft.com/office/officeart/2016/7/layout/RepeatingBendingProcessNew"/>
    <dgm:cxn modelId="{324CE2FA-0EB2-4D07-A2CD-240A30CAC22B}" type="presParOf" srcId="{4D7E3959-1003-4671-B439-B3C3ED6E5042}" destId="{8BDD507F-6208-4EDF-B8CA-1CF9B8321A6B}" srcOrd="4" destOrd="0" presId="urn:microsoft.com/office/officeart/2016/7/layout/RepeatingBendingProcessNew"/>
    <dgm:cxn modelId="{F91141C7-CCBA-4B2D-AA3A-D830BDD3B2DD}" type="presParOf" srcId="{4D7E3959-1003-4671-B439-B3C3ED6E5042}" destId="{F7BD683C-03A1-4226-BC60-5FE6970A46CF}" srcOrd="5" destOrd="0" presId="urn:microsoft.com/office/officeart/2016/7/layout/RepeatingBendingProcessNew"/>
    <dgm:cxn modelId="{12A00474-061F-4D55-898F-8BA53CF5129D}" type="presParOf" srcId="{F7BD683C-03A1-4226-BC60-5FE6970A46CF}" destId="{95B24F5C-F5F1-4397-9FFA-D543278870DD}" srcOrd="0" destOrd="0" presId="urn:microsoft.com/office/officeart/2016/7/layout/RepeatingBendingProcessNew"/>
    <dgm:cxn modelId="{F8856337-97DA-44F3-B114-0741E4490FF6}" type="presParOf" srcId="{4D7E3959-1003-4671-B439-B3C3ED6E5042}" destId="{DFFBD4D1-AE71-4AF8-AEB2-924F50F3D993}" srcOrd="6" destOrd="0" presId="urn:microsoft.com/office/officeart/2016/7/layout/RepeatingBendingProcessNew"/>
    <dgm:cxn modelId="{DFE8E16A-FCAF-4EE9-8713-240F283D129F}" type="presParOf" srcId="{4D7E3959-1003-4671-B439-B3C3ED6E5042}" destId="{1211D51D-FA47-44F9-9988-07EF1FA7B41C}" srcOrd="7" destOrd="0" presId="urn:microsoft.com/office/officeart/2016/7/layout/RepeatingBendingProcessNew"/>
    <dgm:cxn modelId="{010E9EB6-4B6B-41F7-A320-A44DD2ADF2BB}" type="presParOf" srcId="{1211D51D-FA47-44F9-9988-07EF1FA7B41C}" destId="{0950BDF6-82C3-4669-AEA6-12823F3CECA4}" srcOrd="0" destOrd="0" presId="urn:microsoft.com/office/officeart/2016/7/layout/RepeatingBendingProcessNew"/>
    <dgm:cxn modelId="{87A921FA-AB5E-435D-ABD2-E314CAAB3783}" type="presParOf" srcId="{4D7E3959-1003-4671-B439-B3C3ED6E5042}" destId="{FC4F12B3-748D-4712-AA87-EA3138BB0B2D}" srcOrd="8" destOrd="0" presId="urn:microsoft.com/office/officeart/2016/7/layout/RepeatingBendingProcessNew"/>
    <dgm:cxn modelId="{40A70CCF-9246-45AD-B649-5ABC0E7964BE}" type="presParOf" srcId="{4D7E3959-1003-4671-B439-B3C3ED6E5042}" destId="{76601CDB-2A28-4206-B238-D07661B4D9F0}" srcOrd="9" destOrd="0" presId="urn:microsoft.com/office/officeart/2016/7/layout/RepeatingBendingProcessNew"/>
    <dgm:cxn modelId="{56EE2329-24EF-4D27-BA91-25D02BBDECE8}" type="presParOf" srcId="{76601CDB-2A28-4206-B238-D07661B4D9F0}" destId="{5C80F810-5F6D-4E79-B05E-EA742763FDE9}" srcOrd="0" destOrd="0" presId="urn:microsoft.com/office/officeart/2016/7/layout/RepeatingBendingProcessNew"/>
    <dgm:cxn modelId="{2BD4E9CD-399E-4A67-B17C-A92D59328A33}" type="presParOf" srcId="{4D7E3959-1003-4671-B439-B3C3ED6E5042}" destId="{CE7C4156-F9CE-46A8-960D-60A612629CBA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2D5E34F-709B-4F0A-86BD-F16E4862CE36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7680E1F-25CB-495D-9047-9010217FE56A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Store query results in HDFS directory</a:t>
          </a:r>
        </a:p>
      </dgm:t>
    </dgm:pt>
    <dgm:pt modelId="{0A56883F-E2A1-47C3-AA4F-E34C908CC1E3}" type="parTrans" cxnId="{71A8A5FC-109E-47FB-BD31-2E2C7468CAFA}">
      <dgm:prSet/>
      <dgm:spPr/>
      <dgm:t>
        <a:bodyPr/>
        <a:lstStyle/>
        <a:p>
          <a:endParaRPr lang="en-US"/>
        </a:p>
      </dgm:t>
    </dgm:pt>
    <dgm:pt modelId="{A6174CBF-69BB-4C3E-93A5-6640EB5DC191}" type="sibTrans" cxnId="{71A8A5FC-109E-47FB-BD31-2E2C7468CAFA}">
      <dgm:prSet phldrT="1" phldr="0"/>
      <dgm:spPr>
        <a:ln>
          <a:solidFill>
            <a:schemeClr val="bg1"/>
          </a:solidFill>
        </a:ln>
      </dgm:spPr>
      <dgm:t>
        <a:bodyPr/>
        <a:lstStyle/>
        <a:p>
          <a:endParaRPr lang="en-US" dirty="0"/>
        </a:p>
      </dgm:t>
    </dgm:pt>
    <dgm:pt modelId="{F6E8ED62-A2DD-4735-8654-8D28B3319558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Output datasets include</a:t>
          </a:r>
        </a:p>
      </dgm:t>
    </dgm:pt>
    <dgm:pt modelId="{1A0B666A-2013-4644-BF17-ED7C143DE4B6}" type="parTrans" cxnId="{34D69BB4-0411-4644-A1D7-6537FDAB116E}">
      <dgm:prSet/>
      <dgm:spPr/>
      <dgm:t>
        <a:bodyPr/>
        <a:lstStyle/>
        <a:p>
          <a:endParaRPr lang="en-US"/>
        </a:p>
      </dgm:t>
    </dgm:pt>
    <dgm:pt modelId="{2E14F519-24F4-4E1D-ADFC-DDE8788E4A48}" type="sibTrans" cxnId="{34D69BB4-0411-4644-A1D7-6537FDAB116E}">
      <dgm:prSet/>
      <dgm:spPr>
        <a:solidFill>
          <a:schemeClr val="bg1"/>
        </a:solidFill>
        <a:ln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90F6FAF9-8908-4CBC-A4F9-355A0D1E25C1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i="1" dirty="0"/>
            <a:t>Global_year.csv</a:t>
          </a:r>
        </a:p>
      </dgm:t>
    </dgm:pt>
    <dgm:pt modelId="{D3318D9E-6349-49E3-90AC-45FE32EF7ED2}" type="parTrans" cxnId="{ED668570-DAE0-4080-8740-D807CACB64CB}">
      <dgm:prSet/>
      <dgm:spPr/>
      <dgm:t>
        <a:bodyPr/>
        <a:lstStyle/>
        <a:p>
          <a:endParaRPr lang="en-US"/>
        </a:p>
      </dgm:t>
    </dgm:pt>
    <dgm:pt modelId="{27F98943-645A-4ABF-826B-88CC34CC16BE}" type="sibTrans" cxnId="{ED668570-DAE0-4080-8740-D807CACB64CB}">
      <dgm:prSet/>
      <dgm:spPr/>
      <dgm:t>
        <a:bodyPr/>
        <a:lstStyle/>
        <a:p>
          <a:endParaRPr lang="en-US"/>
        </a:p>
      </dgm:t>
    </dgm:pt>
    <dgm:pt modelId="{91278A8E-B92D-404F-B68A-DB199A393A41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i="1" dirty="0"/>
            <a:t>Country_avg.csv</a:t>
          </a:r>
        </a:p>
      </dgm:t>
    </dgm:pt>
    <dgm:pt modelId="{0C24D86B-0915-4D69-BDE1-89E00F937666}" type="parTrans" cxnId="{255ADE2B-AA7A-4B8A-A80B-E68DBB633362}">
      <dgm:prSet/>
      <dgm:spPr/>
      <dgm:t>
        <a:bodyPr/>
        <a:lstStyle/>
        <a:p>
          <a:endParaRPr lang="en-US"/>
        </a:p>
      </dgm:t>
    </dgm:pt>
    <dgm:pt modelId="{2C090BC3-F2DA-47E5-BD45-2870F59C60E3}" type="sibTrans" cxnId="{255ADE2B-AA7A-4B8A-A80B-E68DBB633362}">
      <dgm:prSet/>
      <dgm:spPr/>
      <dgm:t>
        <a:bodyPr/>
        <a:lstStyle/>
        <a:p>
          <a:endParaRPr lang="en-US"/>
        </a:p>
      </dgm:t>
    </dgm:pt>
    <dgm:pt modelId="{926DA326-17A0-44BF-A7B3-3C1E7B14318D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i="1" dirty="0"/>
            <a:t>City_change.csv</a:t>
          </a:r>
        </a:p>
      </dgm:t>
    </dgm:pt>
    <dgm:pt modelId="{09CEC9E8-98CB-4A0A-98B7-E3C35E5B6B40}" type="parTrans" cxnId="{38B461BB-90BE-45B0-90E2-31D57DC5A0B0}">
      <dgm:prSet/>
      <dgm:spPr/>
      <dgm:t>
        <a:bodyPr/>
        <a:lstStyle/>
        <a:p>
          <a:endParaRPr lang="en-US"/>
        </a:p>
      </dgm:t>
    </dgm:pt>
    <dgm:pt modelId="{D7E28901-3021-4EAD-8E2B-26C79625E148}" type="sibTrans" cxnId="{38B461BB-90BE-45B0-90E2-31D57DC5A0B0}">
      <dgm:prSet/>
      <dgm:spPr/>
      <dgm:t>
        <a:bodyPr/>
        <a:lstStyle/>
        <a:p>
          <a:endParaRPr lang="en-US"/>
        </a:p>
      </dgm:t>
    </dgm:pt>
    <dgm:pt modelId="{FAA29D46-090C-4540-8245-E3BA01B3EEAC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i="1" dirty="0"/>
            <a:t>Country_change.csv</a:t>
          </a:r>
        </a:p>
      </dgm:t>
    </dgm:pt>
    <dgm:pt modelId="{F5038137-EE6B-4D36-9324-38A97C610ED6}" type="parTrans" cxnId="{0CD6862E-6184-4E7D-BFF7-DCA6223C9A00}">
      <dgm:prSet/>
      <dgm:spPr/>
      <dgm:t>
        <a:bodyPr/>
        <a:lstStyle/>
        <a:p>
          <a:endParaRPr lang="en-US"/>
        </a:p>
      </dgm:t>
    </dgm:pt>
    <dgm:pt modelId="{F6A47AE6-4868-479B-ACE5-2B4D28771AA8}" type="sibTrans" cxnId="{0CD6862E-6184-4E7D-BFF7-DCA6223C9A00}">
      <dgm:prSet/>
      <dgm:spPr/>
      <dgm:t>
        <a:bodyPr/>
        <a:lstStyle/>
        <a:p>
          <a:endParaRPr lang="en-US"/>
        </a:p>
      </dgm:t>
    </dgm:pt>
    <dgm:pt modelId="{8157BAA0-A486-434F-A989-1FA8DE94C436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i="1" dirty="0"/>
            <a:t>Century_avg.csv</a:t>
          </a:r>
        </a:p>
      </dgm:t>
    </dgm:pt>
    <dgm:pt modelId="{A5BE72D8-1082-4218-BBF9-F00595BD5E76}" type="parTrans" cxnId="{C57B7C0A-1380-47C0-8312-0FEA27313C22}">
      <dgm:prSet/>
      <dgm:spPr/>
      <dgm:t>
        <a:bodyPr/>
        <a:lstStyle/>
        <a:p>
          <a:endParaRPr lang="en-US"/>
        </a:p>
      </dgm:t>
    </dgm:pt>
    <dgm:pt modelId="{F2234838-FDAE-4002-958B-FA93520B30DE}" type="sibTrans" cxnId="{C57B7C0A-1380-47C0-8312-0FEA27313C22}">
      <dgm:prSet/>
      <dgm:spPr/>
      <dgm:t>
        <a:bodyPr/>
        <a:lstStyle/>
        <a:p>
          <a:endParaRPr lang="en-US"/>
        </a:p>
      </dgm:t>
    </dgm:pt>
    <dgm:pt modelId="{82E557AC-597B-41F3-89D1-1658B95B3447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sz="2000" b="1" dirty="0"/>
            <a:t>Combine output files and transfer to local machine for visualization</a:t>
          </a:r>
        </a:p>
      </dgm:t>
    </dgm:pt>
    <dgm:pt modelId="{27F9A981-B463-472D-A195-DF38CF30561B}" type="parTrans" cxnId="{E9759BA3-1960-4AAB-A288-0CB49F8669EA}">
      <dgm:prSet/>
      <dgm:spPr/>
      <dgm:t>
        <a:bodyPr/>
        <a:lstStyle/>
        <a:p>
          <a:endParaRPr lang="en-US"/>
        </a:p>
      </dgm:t>
    </dgm:pt>
    <dgm:pt modelId="{229761B0-57F4-4ED4-9F4D-1B0B482884B4}" type="sibTrans" cxnId="{E9759BA3-1960-4AAB-A288-0CB49F8669EA}">
      <dgm:prSet/>
      <dgm:spPr/>
      <dgm:t>
        <a:bodyPr/>
        <a:lstStyle/>
        <a:p>
          <a:endParaRPr lang="en-US"/>
        </a:p>
      </dgm:t>
    </dgm:pt>
    <dgm:pt modelId="{4D7E3959-1003-4671-B439-B3C3ED6E5042}" type="pres">
      <dgm:prSet presAssocID="{72D5E34F-709B-4F0A-86BD-F16E4862CE36}" presName="Name0" presStyleCnt="0">
        <dgm:presLayoutVars>
          <dgm:dir/>
          <dgm:resizeHandles val="exact"/>
        </dgm:presLayoutVars>
      </dgm:prSet>
      <dgm:spPr/>
    </dgm:pt>
    <dgm:pt modelId="{00FF0FE5-401B-4D5E-BB11-94F5BF86B59A}" type="pres">
      <dgm:prSet presAssocID="{87680E1F-25CB-495D-9047-9010217FE56A}" presName="node" presStyleLbl="node1" presStyleIdx="0" presStyleCnt="3" custScaleX="67380" custScaleY="51598" custLinFactNeighborX="-38918" custLinFactNeighborY="14203">
        <dgm:presLayoutVars>
          <dgm:bulletEnabled val="1"/>
        </dgm:presLayoutVars>
      </dgm:prSet>
      <dgm:spPr/>
    </dgm:pt>
    <dgm:pt modelId="{63E7E953-ED91-4C3A-8886-99F5CDB313E9}" type="pres">
      <dgm:prSet presAssocID="{A6174CBF-69BB-4C3E-93A5-6640EB5DC191}" presName="sibTrans" presStyleLbl="sibTrans1D1" presStyleIdx="0" presStyleCnt="2"/>
      <dgm:spPr/>
    </dgm:pt>
    <dgm:pt modelId="{5BF416D0-0935-447D-9AEA-8F19BE81B74C}" type="pres">
      <dgm:prSet presAssocID="{A6174CBF-69BB-4C3E-93A5-6640EB5DC191}" presName="connectorText" presStyleLbl="sibTrans1D1" presStyleIdx="0" presStyleCnt="2"/>
      <dgm:spPr/>
    </dgm:pt>
    <dgm:pt modelId="{49287D76-B2EA-4A93-96CF-CE9DC3C34CB6}" type="pres">
      <dgm:prSet presAssocID="{F6E8ED62-A2DD-4735-8654-8D28B3319558}" presName="node" presStyleLbl="node1" presStyleIdx="1" presStyleCnt="3" custScaleX="65497" custScaleY="79918" custLinFactNeighborX="-47235" custLinFactNeighborY="28665">
        <dgm:presLayoutVars>
          <dgm:bulletEnabled val="1"/>
        </dgm:presLayoutVars>
      </dgm:prSet>
      <dgm:spPr/>
    </dgm:pt>
    <dgm:pt modelId="{BC23D05B-862D-4D9F-8E20-AE154D2945EA}" type="pres">
      <dgm:prSet presAssocID="{2E14F519-24F4-4E1D-ADFC-DDE8788E4A48}" presName="sibTrans" presStyleLbl="sibTrans1D1" presStyleIdx="1" presStyleCnt="2"/>
      <dgm:spPr/>
    </dgm:pt>
    <dgm:pt modelId="{1A728AAB-70BF-4C16-9BD0-AC8002E31141}" type="pres">
      <dgm:prSet presAssocID="{2E14F519-24F4-4E1D-ADFC-DDE8788E4A48}" presName="connectorText" presStyleLbl="sibTrans1D1" presStyleIdx="1" presStyleCnt="2"/>
      <dgm:spPr/>
    </dgm:pt>
    <dgm:pt modelId="{F61BA41B-EB35-4352-A04A-3897F10360C0}" type="pres">
      <dgm:prSet presAssocID="{82E557AC-597B-41F3-89D1-1658B95B3447}" presName="node" presStyleLbl="node1" presStyleIdx="2" presStyleCnt="3" custScaleX="65497" custScaleY="50101" custLinFactX="20806" custLinFactNeighborX="100000" custLinFactNeighborY="-91671">
        <dgm:presLayoutVars>
          <dgm:bulletEnabled val="1"/>
        </dgm:presLayoutVars>
      </dgm:prSet>
      <dgm:spPr/>
    </dgm:pt>
  </dgm:ptLst>
  <dgm:cxnLst>
    <dgm:cxn modelId="{C57B7C0A-1380-47C0-8312-0FEA27313C22}" srcId="{F6E8ED62-A2DD-4735-8654-8D28B3319558}" destId="{8157BAA0-A486-434F-A989-1FA8DE94C436}" srcOrd="4" destOrd="0" parTransId="{A5BE72D8-1082-4218-BBF9-F00595BD5E76}" sibTransId="{F2234838-FDAE-4002-958B-FA93520B30DE}"/>
    <dgm:cxn modelId="{255ADE2B-AA7A-4B8A-A80B-E68DBB633362}" srcId="{F6E8ED62-A2DD-4735-8654-8D28B3319558}" destId="{91278A8E-B92D-404F-B68A-DB199A393A41}" srcOrd="1" destOrd="0" parTransId="{0C24D86B-0915-4D69-BDE1-89E00F937666}" sibTransId="{2C090BC3-F2DA-47E5-BD45-2870F59C60E3}"/>
    <dgm:cxn modelId="{0CD6862E-6184-4E7D-BFF7-DCA6223C9A00}" srcId="{F6E8ED62-A2DD-4735-8654-8D28B3319558}" destId="{FAA29D46-090C-4540-8245-E3BA01B3EEAC}" srcOrd="3" destOrd="0" parTransId="{F5038137-EE6B-4D36-9324-38A97C610ED6}" sibTransId="{F6A47AE6-4868-479B-ACE5-2B4D28771AA8}"/>
    <dgm:cxn modelId="{A4FD1C31-2579-4C9C-99EE-6979317A4907}" type="presOf" srcId="{91278A8E-B92D-404F-B68A-DB199A393A41}" destId="{49287D76-B2EA-4A93-96CF-CE9DC3C34CB6}" srcOrd="0" destOrd="2" presId="urn:microsoft.com/office/officeart/2016/7/layout/RepeatingBendingProcessNew"/>
    <dgm:cxn modelId="{6154DD38-DBC7-4689-9289-18A672C436CD}" type="presOf" srcId="{2E14F519-24F4-4E1D-ADFC-DDE8788E4A48}" destId="{1A728AAB-70BF-4C16-9BD0-AC8002E31141}" srcOrd="1" destOrd="0" presId="urn:microsoft.com/office/officeart/2016/7/layout/RepeatingBendingProcessNew"/>
    <dgm:cxn modelId="{EEB2763F-9003-48C7-BE45-1735D526C5D9}" type="presOf" srcId="{72D5E34F-709B-4F0A-86BD-F16E4862CE36}" destId="{4D7E3959-1003-4671-B439-B3C3ED6E5042}" srcOrd="0" destOrd="0" presId="urn:microsoft.com/office/officeart/2016/7/layout/RepeatingBendingProcessNew"/>
    <dgm:cxn modelId="{9ECB8D68-B726-46D2-A8B0-7BC62AEDF933}" type="presOf" srcId="{F6E8ED62-A2DD-4735-8654-8D28B3319558}" destId="{49287D76-B2EA-4A93-96CF-CE9DC3C34CB6}" srcOrd="0" destOrd="0" presId="urn:microsoft.com/office/officeart/2016/7/layout/RepeatingBendingProcessNew"/>
    <dgm:cxn modelId="{581F5B6E-ABFB-44A6-8F61-C72C7907688F}" type="presOf" srcId="{8157BAA0-A486-434F-A989-1FA8DE94C436}" destId="{49287D76-B2EA-4A93-96CF-CE9DC3C34CB6}" srcOrd="0" destOrd="5" presId="urn:microsoft.com/office/officeart/2016/7/layout/RepeatingBendingProcessNew"/>
    <dgm:cxn modelId="{ED668570-DAE0-4080-8740-D807CACB64CB}" srcId="{F6E8ED62-A2DD-4735-8654-8D28B3319558}" destId="{90F6FAF9-8908-4CBC-A4F9-355A0D1E25C1}" srcOrd="0" destOrd="0" parTransId="{D3318D9E-6349-49E3-90AC-45FE32EF7ED2}" sibTransId="{27F98943-645A-4ABF-826B-88CC34CC16BE}"/>
    <dgm:cxn modelId="{63B5B071-B68C-43E9-9FBE-A69C7259B18B}" type="presOf" srcId="{87680E1F-25CB-495D-9047-9010217FE56A}" destId="{00FF0FE5-401B-4D5E-BB11-94F5BF86B59A}" srcOrd="0" destOrd="0" presId="urn:microsoft.com/office/officeart/2016/7/layout/RepeatingBendingProcessNew"/>
    <dgm:cxn modelId="{B3F4C482-DE10-4267-8111-F5CF0A2E439E}" type="presOf" srcId="{82E557AC-597B-41F3-89D1-1658B95B3447}" destId="{F61BA41B-EB35-4352-A04A-3897F10360C0}" srcOrd="0" destOrd="0" presId="urn:microsoft.com/office/officeart/2016/7/layout/RepeatingBendingProcessNew"/>
    <dgm:cxn modelId="{2CB1489F-EF3C-4FB6-B1C9-EDA22C8704C5}" type="presOf" srcId="{926DA326-17A0-44BF-A7B3-3C1E7B14318D}" destId="{49287D76-B2EA-4A93-96CF-CE9DC3C34CB6}" srcOrd="0" destOrd="3" presId="urn:microsoft.com/office/officeart/2016/7/layout/RepeatingBendingProcessNew"/>
    <dgm:cxn modelId="{E9759BA3-1960-4AAB-A288-0CB49F8669EA}" srcId="{72D5E34F-709B-4F0A-86BD-F16E4862CE36}" destId="{82E557AC-597B-41F3-89D1-1658B95B3447}" srcOrd="2" destOrd="0" parTransId="{27F9A981-B463-472D-A195-DF38CF30561B}" sibTransId="{229761B0-57F4-4ED4-9F4D-1B0B482884B4}"/>
    <dgm:cxn modelId="{34D69BB4-0411-4644-A1D7-6537FDAB116E}" srcId="{72D5E34F-709B-4F0A-86BD-F16E4862CE36}" destId="{F6E8ED62-A2DD-4735-8654-8D28B3319558}" srcOrd="1" destOrd="0" parTransId="{1A0B666A-2013-4644-BF17-ED7C143DE4B6}" sibTransId="{2E14F519-24F4-4E1D-ADFC-DDE8788E4A48}"/>
    <dgm:cxn modelId="{38B461BB-90BE-45B0-90E2-31D57DC5A0B0}" srcId="{F6E8ED62-A2DD-4735-8654-8D28B3319558}" destId="{926DA326-17A0-44BF-A7B3-3C1E7B14318D}" srcOrd="2" destOrd="0" parTransId="{09CEC9E8-98CB-4A0A-98B7-E3C35E5B6B40}" sibTransId="{D7E28901-3021-4EAD-8E2B-26C79625E148}"/>
    <dgm:cxn modelId="{398616C0-6E6F-4875-ADA5-67E5B5741392}" type="presOf" srcId="{2E14F519-24F4-4E1D-ADFC-DDE8788E4A48}" destId="{BC23D05B-862D-4D9F-8E20-AE154D2945EA}" srcOrd="0" destOrd="0" presId="urn:microsoft.com/office/officeart/2016/7/layout/RepeatingBendingProcessNew"/>
    <dgm:cxn modelId="{6837F0C5-2929-46F0-82D6-B7DFDB937C97}" type="presOf" srcId="{A6174CBF-69BB-4C3E-93A5-6640EB5DC191}" destId="{63E7E953-ED91-4C3A-8886-99F5CDB313E9}" srcOrd="0" destOrd="0" presId="urn:microsoft.com/office/officeart/2016/7/layout/RepeatingBendingProcessNew"/>
    <dgm:cxn modelId="{3299D3C8-4630-444E-B32B-8E1A13403C1A}" type="presOf" srcId="{90F6FAF9-8908-4CBC-A4F9-355A0D1E25C1}" destId="{49287D76-B2EA-4A93-96CF-CE9DC3C34CB6}" srcOrd="0" destOrd="1" presId="urn:microsoft.com/office/officeart/2016/7/layout/RepeatingBendingProcessNew"/>
    <dgm:cxn modelId="{239B00F1-1C88-4D04-8AFF-4966439310E6}" type="presOf" srcId="{A6174CBF-69BB-4C3E-93A5-6640EB5DC191}" destId="{5BF416D0-0935-447D-9AEA-8F19BE81B74C}" srcOrd="1" destOrd="0" presId="urn:microsoft.com/office/officeart/2016/7/layout/RepeatingBendingProcessNew"/>
    <dgm:cxn modelId="{37B6E8FA-BDBE-4DF6-93E4-C1DDFAD522DB}" type="presOf" srcId="{FAA29D46-090C-4540-8245-E3BA01B3EEAC}" destId="{49287D76-B2EA-4A93-96CF-CE9DC3C34CB6}" srcOrd="0" destOrd="4" presId="urn:microsoft.com/office/officeart/2016/7/layout/RepeatingBendingProcessNew"/>
    <dgm:cxn modelId="{71A8A5FC-109E-47FB-BD31-2E2C7468CAFA}" srcId="{72D5E34F-709B-4F0A-86BD-F16E4862CE36}" destId="{87680E1F-25CB-495D-9047-9010217FE56A}" srcOrd="0" destOrd="0" parTransId="{0A56883F-E2A1-47C3-AA4F-E34C908CC1E3}" sibTransId="{A6174CBF-69BB-4C3E-93A5-6640EB5DC191}"/>
    <dgm:cxn modelId="{D984C1F4-2ADF-42C9-9464-5DC821B5F933}" type="presParOf" srcId="{4D7E3959-1003-4671-B439-B3C3ED6E5042}" destId="{00FF0FE5-401B-4D5E-BB11-94F5BF86B59A}" srcOrd="0" destOrd="0" presId="urn:microsoft.com/office/officeart/2016/7/layout/RepeatingBendingProcessNew"/>
    <dgm:cxn modelId="{4D0E45B6-0D3F-439C-9341-FAA36F7C0910}" type="presParOf" srcId="{4D7E3959-1003-4671-B439-B3C3ED6E5042}" destId="{63E7E953-ED91-4C3A-8886-99F5CDB313E9}" srcOrd="1" destOrd="0" presId="urn:microsoft.com/office/officeart/2016/7/layout/RepeatingBendingProcessNew"/>
    <dgm:cxn modelId="{A695A760-D17C-4C4E-BF00-E7D8DD597A49}" type="presParOf" srcId="{63E7E953-ED91-4C3A-8886-99F5CDB313E9}" destId="{5BF416D0-0935-447D-9AEA-8F19BE81B74C}" srcOrd="0" destOrd="0" presId="urn:microsoft.com/office/officeart/2016/7/layout/RepeatingBendingProcessNew"/>
    <dgm:cxn modelId="{96B4F8A9-B02E-41BD-B4E9-B37EADBDF146}" type="presParOf" srcId="{4D7E3959-1003-4671-B439-B3C3ED6E5042}" destId="{49287D76-B2EA-4A93-96CF-CE9DC3C34CB6}" srcOrd="2" destOrd="0" presId="urn:microsoft.com/office/officeart/2016/7/layout/RepeatingBendingProcessNew"/>
    <dgm:cxn modelId="{9C51BF13-1948-47C5-8B93-B871D5FDB324}" type="presParOf" srcId="{4D7E3959-1003-4671-B439-B3C3ED6E5042}" destId="{BC23D05B-862D-4D9F-8E20-AE154D2945EA}" srcOrd="3" destOrd="0" presId="urn:microsoft.com/office/officeart/2016/7/layout/RepeatingBendingProcessNew"/>
    <dgm:cxn modelId="{7C2F7316-F17D-49D2-889E-ED4E5FEBA906}" type="presParOf" srcId="{BC23D05B-862D-4D9F-8E20-AE154D2945EA}" destId="{1A728AAB-70BF-4C16-9BD0-AC8002E31141}" srcOrd="0" destOrd="0" presId="urn:microsoft.com/office/officeart/2016/7/layout/RepeatingBendingProcessNew"/>
    <dgm:cxn modelId="{52C743EF-C9B2-4F47-B729-40E05BB01267}" type="presParOf" srcId="{4D7E3959-1003-4671-B439-B3C3ED6E5042}" destId="{F61BA41B-EB35-4352-A04A-3897F10360C0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A5B622C-6192-457B-95BA-DAD82CE079E0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5AC7EF2-C342-4A1B-A2BA-DF126D7A4100}">
      <dgm:prSet custT="1"/>
      <dgm:spPr/>
      <dgm:t>
        <a:bodyPr/>
        <a:lstStyle/>
        <a:p>
          <a:pPr algn="ctr"/>
          <a:r>
            <a:rPr lang="en-US" sz="2000" dirty="0"/>
            <a:t>Tableau</a:t>
          </a:r>
        </a:p>
      </dgm:t>
    </dgm:pt>
    <dgm:pt modelId="{7D6182FA-1B7E-4E43-B803-1D68858D5E79}" type="parTrans" cxnId="{FA5830D9-1CC3-46F9-BEB7-E4E8A8092152}">
      <dgm:prSet/>
      <dgm:spPr/>
      <dgm:t>
        <a:bodyPr/>
        <a:lstStyle/>
        <a:p>
          <a:endParaRPr lang="en-US"/>
        </a:p>
      </dgm:t>
    </dgm:pt>
    <dgm:pt modelId="{6FEE781E-6308-4646-9964-074E6E3BB0B5}" type="sibTrans" cxnId="{FA5830D9-1CC3-46F9-BEB7-E4E8A8092152}">
      <dgm:prSet/>
      <dgm:spPr/>
      <dgm:t>
        <a:bodyPr/>
        <a:lstStyle/>
        <a:p>
          <a:endParaRPr lang="en-US"/>
        </a:p>
      </dgm:t>
    </dgm:pt>
    <dgm:pt modelId="{590272CF-93A9-4073-8206-D8A3156D685F}">
      <dgm:prSet custT="1"/>
      <dgm:spPr/>
      <dgm:t>
        <a:bodyPr/>
        <a:lstStyle/>
        <a:p>
          <a:pPr algn="ctr"/>
          <a:r>
            <a:rPr lang="en-US" sz="2000" dirty="0"/>
            <a:t>Excel 3D Maps &amp; Charts</a:t>
          </a:r>
        </a:p>
      </dgm:t>
    </dgm:pt>
    <dgm:pt modelId="{EF85DCEE-912B-4AB6-87B9-1C7F76F65059}" type="parTrans" cxnId="{61C02C8A-9EAA-4A2C-BF65-FECE58C01CB3}">
      <dgm:prSet/>
      <dgm:spPr/>
      <dgm:t>
        <a:bodyPr/>
        <a:lstStyle/>
        <a:p>
          <a:endParaRPr lang="en-US"/>
        </a:p>
      </dgm:t>
    </dgm:pt>
    <dgm:pt modelId="{BF6D759C-9A36-44F7-B490-EE1BCB7DA553}" type="sibTrans" cxnId="{61C02C8A-9EAA-4A2C-BF65-FECE58C01CB3}">
      <dgm:prSet/>
      <dgm:spPr/>
      <dgm:t>
        <a:bodyPr/>
        <a:lstStyle/>
        <a:p>
          <a:endParaRPr lang="en-US"/>
        </a:p>
      </dgm:t>
    </dgm:pt>
    <dgm:pt modelId="{5A8AC8D0-87CB-4D43-AEA9-A9B5E5F77FB5}">
      <dgm:prSet custT="1"/>
      <dgm:spPr/>
      <dgm:t>
        <a:bodyPr/>
        <a:lstStyle/>
        <a:p>
          <a:pPr algn="ctr"/>
          <a:r>
            <a:rPr lang="en-US" sz="2000" dirty="0"/>
            <a:t>Highlighted tempo-spatial patterns </a:t>
          </a:r>
        </a:p>
      </dgm:t>
    </dgm:pt>
    <dgm:pt modelId="{AA09DF06-5B30-4E08-B563-0CA6ACAB7634}" type="parTrans" cxnId="{7BA1081E-1055-4170-8096-FE808691E70E}">
      <dgm:prSet/>
      <dgm:spPr/>
      <dgm:t>
        <a:bodyPr/>
        <a:lstStyle/>
        <a:p>
          <a:endParaRPr lang="en-US"/>
        </a:p>
      </dgm:t>
    </dgm:pt>
    <dgm:pt modelId="{853944F3-A8CA-4B55-8C8B-2D9B42EC0824}" type="sibTrans" cxnId="{7BA1081E-1055-4170-8096-FE808691E70E}">
      <dgm:prSet/>
      <dgm:spPr/>
      <dgm:t>
        <a:bodyPr/>
        <a:lstStyle/>
        <a:p>
          <a:endParaRPr lang="en-US"/>
        </a:p>
      </dgm:t>
    </dgm:pt>
    <dgm:pt modelId="{08C44EF9-86F4-4C82-9387-B46203A25B2B}">
      <dgm:prSet custT="1"/>
      <dgm:spPr/>
      <dgm:t>
        <a:bodyPr/>
        <a:lstStyle/>
        <a:p>
          <a:pPr algn="ctr"/>
          <a:r>
            <a:rPr lang="en-US" sz="2000" dirty="0"/>
            <a:t>Line charts for global temperature trends</a:t>
          </a:r>
        </a:p>
      </dgm:t>
    </dgm:pt>
    <dgm:pt modelId="{6D1008A1-4461-4B92-B436-49A6ACE194CB}" type="parTrans" cxnId="{529B8B49-CDDB-4956-8DE2-9447F89A011B}">
      <dgm:prSet/>
      <dgm:spPr/>
      <dgm:t>
        <a:bodyPr/>
        <a:lstStyle/>
        <a:p>
          <a:endParaRPr lang="en-US"/>
        </a:p>
      </dgm:t>
    </dgm:pt>
    <dgm:pt modelId="{182941BE-6B49-45F7-9FA2-71A21FB0CD60}" type="sibTrans" cxnId="{529B8B49-CDDB-4956-8DE2-9447F89A011B}">
      <dgm:prSet/>
      <dgm:spPr/>
      <dgm:t>
        <a:bodyPr/>
        <a:lstStyle/>
        <a:p>
          <a:endParaRPr lang="en-US"/>
        </a:p>
      </dgm:t>
    </dgm:pt>
    <dgm:pt modelId="{48E64B2C-7B00-45FF-ACCB-3D3EAEC40C58}">
      <dgm:prSet custT="1"/>
      <dgm:spPr/>
      <dgm:t>
        <a:bodyPr/>
        <a:lstStyle/>
        <a:p>
          <a:pPr algn="ctr"/>
          <a:r>
            <a:rPr lang="en-US" sz="2000" dirty="0"/>
            <a:t>Geographic maps for regional comparison </a:t>
          </a:r>
        </a:p>
      </dgm:t>
    </dgm:pt>
    <dgm:pt modelId="{533FA6DB-327D-4F36-82F7-078ECAF38761}" type="parTrans" cxnId="{590201A8-CDDA-48AD-B47D-CF549F77B71E}">
      <dgm:prSet/>
      <dgm:spPr/>
      <dgm:t>
        <a:bodyPr/>
        <a:lstStyle/>
        <a:p>
          <a:endParaRPr lang="en-US"/>
        </a:p>
      </dgm:t>
    </dgm:pt>
    <dgm:pt modelId="{BC9C13E5-BDE4-4E60-87C1-AC64FF67467A}" type="sibTrans" cxnId="{590201A8-CDDA-48AD-B47D-CF549F77B71E}">
      <dgm:prSet/>
      <dgm:spPr/>
      <dgm:t>
        <a:bodyPr/>
        <a:lstStyle/>
        <a:p>
          <a:endParaRPr lang="en-US"/>
        </a:p>
      </dgm:t>
    </dgm:pt>
    <dgm:pt modelId="{93C35A61-A27D-4CF2-BE38-E462ABBADB7A}">
      <dgm:prSet custT="1"/>
      <dgm:spPr/>
      <dgm:t>
        <a:bodyPr/>
        <a:lstStyle/>
        <a:p>
          <a:pPr algn="ctr"/>
          <a:r>
            <a:rPr lang="en-US" sz="2000" dirty="0"/>
            <a:t>Century comparison graphs</a:t>
          </a:r>
        </a:p>
      </dgm:t>
    </dgm:pt>
    <dgm:pt modelId="{7BCE6E64-FEC9-4D19-A7B3-30C439EF71CB}" type="parTrans" cxnId="{399B2897-36BD-4262-BF81-0E969C9F52EF}">
      <dgm:prSet/>
      <dgm:spPr/>
      <dgm:t>
        <a:bodyPr/>
        <a:lstStyle/>
        <a:p>
          <a:endParaRPr lang="en-US"/>
        </a:p>
      </dgm:t>
    </dgm:pt>
    <dgm:pt modelId="{3E060997-5D9A-485F-8172-A9AB3BE29A3C}" type="sibTrans" cxnId="{399B2897-36BD-4262-BF81-0E969C9F52EF}">
      <dgm:prSet/>
      <dgm:spPr/>
      <dgm:t>
        <a:bodyPr/>
        <a:lstStyle/>
        <a:p>
          <a:endParaRPr lang="en-US"/>
        </a:p>
      </dgm:t>
    </dgm:pt>
    <dgm:pt modelId="{D54586DB-B36F-4673-8FC7-3178E64DF4A3}">
      <dgm:prSet custT="1"/>
      <dgm:spPr/>
      <dgm:t>
        <a:bodyPr/>
        <a:lstStyle/>
        <a:p>
          <a:pPr algn="ctr"/>
          <a:r>
            <a:rPr lang="en-US" sz="1800" dirty="0"/>
            <a:t> </a:t>
          </a:r>
          <a:r>
            <a:rPr lang="en-US" sz="2000" dirty="0"/>
            <a:t>Aggregated data tables </a:t>
          </a:r>
        </a:p>
      </dgm:t>
    </dgm:pt>
    <dgm:pt modelId="{7598C564-7D17-4BBD-A0C2-92B26DEE5278}" type="parTrans" cxnId="{9A80876C-6AD7-4127-80E7-04B62DC5280A}">
      <dgm:prSet/>
      <dgm:spPr/>
      <dgm:t>
        <a:bodyPr/>
        <a:lstStyle/>
        <a:p>
          <a:endParaRPr lang="en-US"/>
        </a:p>
      </dgm:t>
    </dgm:pt>
    <dgm:pt modelId="{3C95767D-F4CB-4E94-9ED7-C75FD129CD1C}" type="sibTrans" cxnId="{9A80876C-6AD7-4127-80E7-04B62DC5280A}">
      <dgm:prSet/>
      <dgm:spPr/>
      <dgm:t>
        <a:bodyPr/>
        <a:lstStyle/>
        <a:p>
          <a:endParaRPr lang="en-US"/>
        </a:p>
      </dgm:t>
    </dgm:pt>
    <dgm:pt modelId="{82F595BA-9B98-4C47-8E92-4ED68DE0BF71}">
      <dgm:prSet custT="1"/>
      <dgm:spPr/>
      <dgm:t>
        <a:bodyPr/>
        <a:lstStyle/>
        <a:p>
          <a:pPr algn="ctr"/>
          <a:r>
            <a:rPr lang="en-US" sz="2000" dirty="0"/>
            <a:t>Utilizing time-based trends and geographic variation</a:t>
          </a:r>
        </a:p>
      </dgm:t>
    </dgm:pt>
    <dgm:pt modelId="{CAE8ABDA-C20B-440C-BD7A-496C6F7B5698}" type="parTrans" cxnId="{56A782E7-1566-49B8-BE25-0E025ABBEB2D}">
      <dgm:prSet/>
      <dgm:spPr>
        <a:ln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1E0D4FAC-A870-43EA-99D8-CC4552D0030F}" type="sibTrans" cxnId="{56A782E7-1566-49B8-BE25-0E025ABBEB2D}">
      <dgm:prSet/>
      <dgm:spPr/>
      <dgm:t>
        <a:bodyPr/>
        <a:lstStyle/>
        <a:p>
          <a:endParaRPr lang="en-US"/>
        </a:p>
      </dgm:t>
    </dgm:pt>
    <dgm:pt modelId="{F24BDC6B-314F-49CD-B042-247614548F7A}" type="pres">
      <dgm:prSet presAssocID="{DA5B622C-6192-457B-95BA-DAD82CE079E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4340C59-84B1-4BB4-A19E-A7B48E8D4DF3}" type="pres">
      <dgm:prSet presAssocID="{E5AC7EF2-C342-4A1B-A2BA-DF126D7A4100}" presName="hierRoot1" presStyleCnt="0"/>
      <dgm:spPr/>
    </dgm:pt>
    <dgm:pt modelId="{9615DDE3-D882-4445-A9F0-765B9D971E41}" type="pres">
      <dgm:prSet presAssocID="{E5AC7EF2-C342-4A1B-A2BA-DF126D7A4100}" presName="composite" presStyleCnt="0"/>
      <dgm:spPr/>
    </dgm:pt>
    <dgm:pt modelId="{84130158-08D2-497D-9544-7B2FDAFC1DA9}" type="pres">
      <dgm:prSet presAssocID="{E5AC7EF2-C342-4A1B-A2BA-DF126D7A4100}" presName="background" presStyleLbl="node0" presStyleIdx="0" presStyleCnt="3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</dgm:pt>
    <dgm:pt modelId="{C0DFC871-687B-476C-A77F-F126FDE5CE52}" type="pres">
      <dgm:prSet presAssocID="{E5AC7EF2-C342-4A1B-A2BA-DF126D7A4100}" presName="text" presStyleLbl="fgAcc0" presStyleIdx="0" presStyleCnt="3" custLinFactNeighborX="4625" custLinFactNeighborY="-62074">
        <dgm:presLayoutVars>
          <dgm:chPref val="3"/>
        </dgm:presLayoutVars>
      </dgm:prSet>
      <dgm:spPr/>
    </dgm:pt>
    <dgm:pt modelId="{9CAF17A0-61F7-420C-8397-CFF7B252AFC6}" type="pres">
      <dgm:prSet presAssocID="{E5AC7EF2-C342-4A1B-A2BA-DF126D7A4100}" presName="hierChild2" presStyleCnt="0"/>
      <dgm:spPr/>
    </dgm:pt>
    <dgm:pt modelId="{87CF55F1-7AE6-481C-99CB-3A70DC80C786}" type="pres">
      <dgm:prSet presAssocID="{6D1008A1-4461-4B92-B436-49A6ACE194CB}" presName="Name10" presStyleLbl="parChTrans1D2" presStyleIdx="0" presStyleCnt="5"/>
      <dgm:spPr/>
    </dgm:pt>
    <dgm:pt modelId="{6BE45BC8-0932-41E4-A42C-43D2DCCA0489}" type="pres">
      <dgm:prSet presAssocID="{08C44EF9-86F4-4C82-9387-B46203A25B2B}" presName="hierRoot2" presStyleCnt="0"/>
      <dgm:spPr/>
    </dgm:pt>
    <dgm:pt modelId="{9B02D692-A3CD-4DEB-8BE0-45F5798DB181}" type="pres">
      <dgm:prSet presAssocID="{08C44EF9-86F4-4C82-9387-B46203A25B2B}" presName="composite2" presStyleCnt="0"/>
      <dgm:spPr/>
    </dgm:pt>
    <dgm:pt modelId="{6D4D216A-B723-42AE-9CA9-59F485A2AF4C}" type="pres">
      <dgm:prSet presAssocID="{08C44EF9-86F4-4C82-9387-B46203A25B2B}" presName="background2" presStyleLbl="node2" presStyleIdx="0" presStyleCnt="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</dgm:pt>
    <dgm:pt modelId="{91C1752D-34E2-41CF-A084-479DC73AC5DC}" type="pres">
      <dgm:prSet presAssocID="{08C44EF9-86F4-4C82-9387-B46203A25B2B}" presName="text2" presStyleLbl="fgAcc2" presStyleIdx="0" presStyleCnt="5" custLinFactNeighborX="-17558" custLinFactNeighborY="-53562">
        <dgm:presLayoutVars>
          <dgm:chPref val="3"/>
        </dgm:presLayoutVars>
      </dgm:prSet>
      <dgm:spPr/>
    </dgm:pt>
    <dgm:pt modelId="{A3132005-0F2C-475A-BC92-810BA7E406D5}" type="pres">
      <dgm:prSet presAssocID="{08C44EF9-86F4-4C82-9387-B46203A25B2B}" presName="hierChild3" presStyleCnt="0"/>
      <dgm:spPr/>
    </dgm:pt>
    <dgm:pt modelId="{6D41E6B0-78B1-4D35-855E-A1B61120148B}" type="pres">
      <dgm:prSet presAssocID="{533FA6DB-327D-4F36-82F7-078ECAF38761}" presName="Name10" presStyleLbl="parChTrans1D2" presStyleIdx="1" presStyleCnt="5"/>
      <dgm:spPr/>
    </dgm:pt>
    <dgm:pt modelId="{6DE2F51E-79FF-476E-8349-C3B0640CE2D1}" type="pres">
      <dgm:prSet presAssocID="{48E64B2C-7B00-45FF-ACCB-3D3EAEC40C58}" presName="hierRoot2" presStyleCnt="0"/>
      <dgm:spPr/>
    </dgm:pt>
    <dgm:pt modelId="{142829AB-6DF0-4742-AE47-A0E061CE1F9C}" type="pres">
      <dgm:prSet presAssocID="{48E64B2C-7B00-45FF-ACCB-3D3EAEC40C58}" presName="composite2" presStyleCnt="0"/>
      <dgm:spPr/>
    </dgm:pt>
    <dgm:pt modelId="{66E163F8-FBC6-48EC-8149-2B393F9DD0B5}" type="pres">
      <dgm:prSet presAssocID="{48E64B2C-7B00-45FF-ACCB-3D3EAEC40C58}" presName="background2" presStyleLbl="node2" presStyleIdx="1" presStyleCnt="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</dgm:pt>
    <dgm:pt modelId="{0BAA5B92-9C04-4564-8010-7C38645BCDDD}" type="pres">
      <dgm:prSet presAssocID="{48E64B2C-7B00-45FF-ACCB-3D3EAEC40C58}" presName="text2" presStyleLbl="fgAcc2" presStyleIdx="1" presStyleCnt="5" custLinFactNeighborX="27527" custLinFactNeighborY="-53562">
        <dgm:presLayoutVars>
          <dgm:chPref val="3"/>
        </dgm:presLayoutVars>
      </dgm:prSet>
      <dgm:spPr/>
    </dgm:pt>
    <dgm:pt modelId="{312F7139-46A8-4900-99D8-5B047E5C3B5A}" type="pres">
      <dgm:prSet presAssocID="{48E64B2C-7B00-45FF-ACCB-3D3EAEC40C58}" presName="hierChild3" presStyleCnt="0"/>
      <dgm:spPr/>
    </dgm:pt>
    <dgm:pt modelId="{52779F19-59D2-4703-93E9-D57729AB84B0}" type="pres">
      <dgm:prSet presAssocID="{590272CF-93A9-4073-8206-D8A3156D685F}" presName="hierRoot1" presStyleCnt="0"/>
      <dgm:spPr/>
    </dgm:pt>
    <dgm:pt modelId="{C52FFFE3-A237-4E99-91B9-FCBE6F6A193A}" type="pres">
      <dgm:prSet presAssocID="{590272CF-93A9-4073-8206-D8A3156D685F}" presName="composite" presStyleCnt="0"/>
      <dgm:spPr/>
    </dgm:pt>
    <dgm:pt modelId="{68ABCFBB-049C-4B23-B883-9429B61516A5}" type="pres">
      <dgm:prSet presAssocID="{590272CF-93A9-4073-8206-D8A3156D685F}" presName="background" presStyleLbl="node0" presStyleIdx="1" presStyleCnt="3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</dgm:pt>
    <dgm:pt modelId="{0706A2E6-CDD5-43B0-BEC4-23E363AB173F}" type="pres">
      <dgm:prSet presAssocID="{590272CF-93A9-4073-8206-D8A3156D685F}" presName="text" presStyleLbl="fgAcc0" presStyleIdx="1" presStyleCnt="3" custLinFactX="2779" custLinFactNeighborX="100000" custLinFactNeighborY="-64367">
        <dgm:presLayoutVars>
          <dgm:chPref val="3"/>
        </dgm:presLayoutVars>
      </dgm:prSet>
      <dgm:spPr/>
    </dgm:pt>
    <dgm:pt modelId="{ABBB260B-CA82-4D32-93B7-1E26006E0D5F}" type="pres">
      <dgm:prSet presAssocID="{590272CF-93A9-4073-8206-D8A3156D685F}" presName="hierChild2" presStyleCnt="0"/>
      <dgm:spPr/>
    </dgm:pt>
    <dgm:pt modelId="{87A3A8A9-1DB8-4394-B125-B1E099FAA65B}" type="pres">
      <dgm:prSet presAssocID="{7BCE6E64-FEC9-4D19-A7B3-30C439EF71CB}" presName="Name10" presStyleLbl="parChTrans1D2" presStyleIdx="2" presStyleCnt="5"/>
      <dgm:spPr/>
    </dgm:pt>
    <dgm:pt modelId="{E5146559-4A2C-4782-B7D8-B82FA73206AE}" type="pres">
      <dgm:prSet presAssocID="{93C35A61-A27D-4CF2-BE38-E462ABBADB7A}" presName="hierRoot2" presStyleCnt="0"/>
      <dgm:spPr/>
    </dgm:pt>
    <dgm:pt modelId="{D6A55CDE-0F3B-4BFC-A237-9A3CEC7ABE55}" type="pres">
      <dgm:prSet presAssocID="{93C35A61-A27D-4CF2-BE38-E462ABBADB7A}" presName="composite2" presStyleCnt="0"/>
      <dgm:spPr/>
    </dgm:pt>
    <dgm:pt modelId="{EA58250A-5BBD-4A2D-97B3-C32BEAE11838}" type="pres">
      <dgm:prSet presAssocID="{93C35A61-A27D-4CF2-BE38-E462ABBADB7A}" presName="background2" presStyleLbl="node2" presStyleIdx="2" presStyleCnt="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</dgm:pt>
    <dgm:pt modelId="{E4A931F0-FBD4-4EEC-A9E1-25458AE16197}" type="pres">
      <dgm:prSet presAssocID="{93C35A61-A27D-4CF2-BE38-E462ABBADB7A}" presName="text2" presStyleLbl="fgAcc2" presStyleIdx="2" presStyleCnt="5" custLinFactNeighborX="68595" custLinFactNeighborY="-53562">
        <dgm:presLayoutVars>
          <dgm:chPref val="3"/>
        </dgm:presLayoutVars>
      </dgm:prSet>
      <dgm:spPr/>
    </dgm:pt>
    <dgm:pt modelId="{38E8C2A3-DCDC-423D-B025-768A5214C8EB}" type="pres">
      <dgm:prSet presAssocID="{93C35A61-A27D-4CF2-BE38-E462ABBADB7A}" presName="hierChild3" presStyleCnt="0"/>
      <dgm:spPr/>
    </dgm:pt>
    <dgm:pt modelId="{2E0A7832-E753-41F9-A437-503AFBF31D06}" type="pres">
      <dgm:prSet presAssocID="{7598C564-7D17-4BBD-A0C2-92B26DEE5278}" presName="Name10" presStyleLbl="parChTrans1D2" presStyleIdx="3" presStyleCnt="5"/>
      <dgm:spPr/>
    </dgm:pt>
    <dgm:pt modelId="{42D18387-B9C8-4BBD-8AFF-D4618D814140}" type="pres">
      <dgm:prSet presAssocID="{D54586DB-B36F-4673-8FC7-3178E64DF4A3}" presName="hierRoot2" presStyleCnt="0"/>
      <dgm:spPr/>
    </dgm:pt>
    <dgm:pt modelId="{486CA1F3-BD29-4C8A-9611-B62D8BC2C7F5}" type="pres">
      <dgm:prSet presAssocID="{D54586DB-B36F-4673-8FC7-3178E64DF4A3}" presName="composite2" presStyleCnt="0"/>
      <dgm:spPr/>
    </dgm:pt>
    <dgm:pt modelId="{FB679937-649B-4673-A9AB-9E074EB79A1D}" type="pres">
      <dgm:prSet presAssocID="{D54586DB-B36F-4673-8FC7-3178E64DF4A3}" presName="background2" presStyleLbl="node2" presStyleIdx="3" presStyleCnt="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</dgm:pt>
    <dgm:pt modelId="{E0D957EA-25A3-4E0E-B033-DB36E6F10178}" type="pres">
      <dgm:prSet presAssocID="{D54586DB-B36F-4673-8FC7-3178E64DF4A3}" presName="text2" presStyleLbl="fgAcc2" presStyleIdx="3" presStyleCnt="5" custLinFactX="14938" custLinFactNeighborX="100000" custLinFactNeighborY="-53562">
        <dgm:presLayoutVars>
          <dgm:chPref val="3"/>
        </dgm:presLayoutVars>
      </dgm:prSet>
      <dgm:spPr/>
    </dgm:pt>
    <dgm:pt modelId="{AFFF3EDD-7698-4BE6-A722-C1F2D1D98A97}" type="pres">
      <dgm:prSet presAssocID="{D54586DB-B36F-4673-8FC7-3178E64DF4A3}" presName="hierChild3" presStyleCnt="0"/>
      <dgm:spPr/>
    </dgm:pt>
    <dgm:pt modelId="{CBC2C50C-199F-4D98-BCF3-28F58B99DA79}" type="pres">
      <dgm:prSet presAssocID="{5A8AC8D0-87CB-4D43-AEA9-A9B5E5F77FB5}" presName="hierRoot1" presStyleCnt="0"/>
      <dgm:spPr/>
    </dgm:pt>
    <dgm:pt modelId="{71149614-C0E5-49DB-BED5-76A1F0B91AE1}" type="pres">
      <dgm:prSet presAssocID="{5A8AC8D0-87CB-4D43-AEA9-A9B5E5F77FB5}" presName="composite" presStyleCnt="0"/>
      <dgm:spPr/>
    </dgm:pt>
    <dgm:pt modelId="{9DCAF896-DF0F-4528-B887-101AFFC5D17B}" type="pres">
      <dgm:prSet presAssocID="{5A8AC8D0-87CB-4D43-AEA9-A9B5E5F77FB5}" presName="background" presStyleLbl="node0" presStyleIdx="2" presStyleCnt="3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</dgm:pt>
    <dgm:pt modelId="{9EC17179-FD29-4584-8F09-2087275C4DA9}" type="pres">
      <dgm:prSet presAssocID="{5A8AC8D0-87CB-4D43-AEA9-A9B5E5F77FB5}" presName="text" presStyleLbl="fgAcc0" presStyleIdx="2" presStyleCnt="3" custLinFactX="-200000" custLinFactY="100000" custLinFactNeighborX="-211716" custLinFactNeighborY="116305">
        <dgm:presLayoutVars>
          <dgm:chPref val="3"/>
        </dgm:presLayoutVars>
      </dgm:prSet>
      <dgm:spPr/>
    </dgm:pt>
    <dgm:pt modelId="{F0BF826D-CD59-4A09-AE1B-A4B0BBE2E9F7}" type="pres">
      <dgm:prSet presAssocID="{5A8AC8D0-87CB-4D43-AEA9-A9B5E5F77FB5}" presName="hierChild2" presStyleCnt="0"/>
      <dgm:spPr/>
    </dgm:pt>
    <dgm:pt modelId="{7017A553-0198-40F0-82F3-CBB96CE02569}" type="pres">
      <dgm:prSet presAssocID="{CAE8ABDA-C20B-440C-BD7A-496C6F7B5698}" presName="Name10" presStyleLbl="parChTrans1D2" presStyleIdx="4" presStyleCnt="5"/>
      <dgm:spPr/>
    </dgm:pt>
    <dgm:pt modelId="{1CC2EF50-FB55-4441-AEC4-0BE5C1E9E267}" type="pres">
      <dgm:prSet presAssocID="{82F595BA-9B98-4C47-8E92-4ED68DE0BF71}" presName="hierRoot2" presStyleCnt="0"/>
      <dgm:spPr/>
    </dgm:pt>
    <dgm:pt modelId="{500BE32E-F67E-4971-BA7E-6E252AC16F52}" type="pres">
      <dgm:prSet presAssocID="{82F595BA-9B98-4C47-8E92-4ED68DE0BF71}" presName="composite2" presStyleCnt="0"/>
      <dgm:spPr/>
    </dgm:pt>
    <dgm:pt modelId="{ECDA4611-8B05-49AB-899B-36F651D1F243}" type="pres">
      <dgm:prSet presAssocID="{82F595BA-9B98-4C47-8E92-4ED68DE0BF71}" presName="background2" presStyleLbl="node2" presStyleIdx="4" presStyleCnt="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</dgm:pt>
    <dgm:pt modelId="{2ADE1C87-A0DE-4653-90DB-55663A5ADA9B}" type="pres">
      <dgm:prSet presAssocID="{82F595BA-9B98-4C47-8E92-4ED68DE0BF71}" presName="text2" presStyleLbl="fgAcc2" presStyleIdx="4" presStyleCnt="5" custScaleX="109613" custScaleY="111008" custLinFactNeighborX="-82870" custLinFactNeighborY="71402">
        <dgm:presLayoutVars>
          <dgm:chPref val="3"/>
        </dgm:presLayoutVars>
      </dgm:prSet>
      <dgm:spPr/>
    </dgm:pt>
    <dgm:pt modelId="{5950BF05-AE1E-4904-821C-B976FC9EE2B5}" type="pres">
      <dgm:prSet presAssocID="{82F595BA-9B98-4C47-8E92-4ED68DE0BF71}" presName="hierChild3" presStyleCnt="0"/>
      <dgm:spPr/>
    </dgm:pt>
  </dgm:ptLst>
  <dgm:cxnLst>
    <dgm:cxn modelId="{E7CB2D09-29C1-4804-A7C6-6C612E96A267}" type="presOf" srcId="{48E64B2C-7B00-45FF-ACCB-3D3EAEC40C58}" destId="{0BAA5B92-9C04-4564-8010-7C38645BCDDD}" srcOrd="0" destOrd="0" presId="urn:microsoft.com/office/officeart/2005/8/layout/hierarchy1"/>
    <dgm:cxn modelId="{4EF0EB12-436B-4DAB-AE95-06B33344F545}" type="presOf" srcId="{7598C564-7D17-4BBD-A0C2-92B26DEE5278}" destId="{2E0A7832-E753-41F9-A437-503AFBF31D06}" srcOrd="0" destOrd="0" presId="urn:microsoft.com/office/officeart/2005/8/layout/hierarchy1"/>
    <dgm:cxn modelId="{7BA1081E-1055-4170-8096-FE808691E70E}" srcId="{DA5B622C-6192-457B-95BA-DAD82CE079E0}" destId="{5A8AC8D0-87CB-4D43-AEA9-A9B5E5F77FB5}" srcOrd="2" destOrd="0" parTransId="{AA09DF06-5B30-4E08-B563-0CA6ACAB7634}" sibTransId="{853944F3-A8CA-4B55-8C8B-2D9B42EC0824}"/>
    <dgm:cxn modelId="{FB1E232F-C843-43CF-8403-FFF835C4AEE4}" type="presOf" srcId="{D54586DB-B36F-4673-8FC7-3178E64DF4A3}" destId="{E0D957EA-25A3-4E0E-B033-DB36E6F10178}" srcOrd="0" destOrd="0" presId="urn:microsoft.com/office/officeart/2005/8/layout/hierarchy1"/>
    <dgm:cxn modelId="{51427531-B0B3-4DCD-AAA3-C4C5CBE84119}" type="presOf" srcId="{E5AC7EF2-C342-4A1B-A2BA-DF126D7A4100}" destId="{C0DFC871-687B-476C-A77F-F126FDE5CE52}" srcOrd="0" destOrd="0" presId="urn:microsoft.com/office/officeart/2005/8/layout/hierarchy1"/>
    <dgm:cxn modelId="{9C918B34-E58F-4036-A68D-256D87DF2799}" type="presOf" srcId="{590272CF-93A9-4073-8206-D8A3156D685F}" destId="{0706A2E6-CDD5-43B0-BEC4-23E363AB173F}" srcOrd="0" destOrd="0" presId="urn:microsoft.com/office/officeart/2005/8/layout/hierarchy1"/>
    <dgm:cxn modelId="{4BC43C3B-13E5-4ABD-8391-2655E60FDEE1}" type="presOf" srcId="{533FA6DB-327D-4F36-82F7-078ECAF38761}" destId="{6D41E6B0-78B1-4D35-855E-A1B61120148B}" srcOrd="0" destOrd="0" presId="urn:microsoft.com/office/officeart/2005/8/layout/hierarchy1"/>
    <dgm:cxn modelId="{529B8B49-CDDB-4956-8DE2-9447F89A011B}" srcId="{E5AC7EF2-C342-4A1B-A2BA-DF126D7A4100}" destId="{08C44EF9-86F4-4C82-9387-B46203A25B2B}" srcOrd="0" destOrd="0" parTransId="{6D1008A1-4461-4B92-B436-49A6ACE194CB}" sibTransId="{182941BE-6B49-45F7-9FA2-71A21FB0CD60}"/>
    <dgm:cxn modelId="{9A80876C-6AD7-4127-80E7-04B62DC5280A}" srcId="{590272CF-93A9-4073-8206-D8A3156D685F}" destId="{D54586DB-B36F-4673-8FC7-3178E64DF4A3}" srcOrd="1" destOrd="0" parTransId="{7598C564-7D17-4BBD-A0C2-92B26DEE5278}" sibTransId="{3C95767D-F4CB-4E94-9ED7-C75FD129CD1C}"/>
    <dgm:cxn modelId="{34ED856E-6C26-475A-B3E4-7279F6CE21E3}" type="presOf" srcId="{82F595BA-9B98-4C47-8E92-4ED68DE0BF71}" destId="{2ADE1C87-A0DE-4653-90DB-55663A5ADA9B}" srcOrd="0" destOrd="0" presId="urn:microsoft.com/office/officeart/2005/8/layout/hierarchy1"/>
    <dgm:cxn modelId="{0E615C79-9D2F-4F86-B96A-92FA2484D4C7}" type="presOf" srcId="{5A8AC8D0-87CB-4D43-AEA9-A9B5E5F77FB5}" destId="{9EC17179-FD29-4584-8F09-2087275C4DA9}" srcOrd="0" destOrd="0" presId="urn:microsoft.com/office/officeart/2005/8/layout/hierarchy1"/>
    <dgm:cxn modelId="{48869F81-A2ED-4D1F-A23E-55D2B1091442}" type="presOf" srcId="{7BCE6E64-FEC9-4D19-A7B3-30C439EF71CB}" destId="{87A3A8A9-1DB8-4394-B125-B1E099FAA65B}" srcOrd="0" destOrd="0" presId="urn:microsoft.com/office/officeart/2005/8/layout/hierarchy1"/>
    <dgm:cxn modelId="{E7234B88-8C5C-4191-917C-A5DE41C4A115}" type="presOf" srcId="{CAE8ABDA-C20B-440C-BD7A-496C6F7B5698}" destId="{7017A553-0198-40F0-82F3-CBB96CE02569}" srcOrd="0" destOrd="0" presId="urn:microsoft.com/office/officeart/2005/8/layout/hierarchy1"/>
    <dgm:cxn modelId="{61C02C8A-9EAA-4A2C-BF65-FECE58C01CB3}" srcId="{DA5B622C-6192-457B-95BA-DAD82CE079E0}" destId="{590272CF-93A9-4073-8206-D8A3156D685F}" srcOrd="1" destOrd="0" parTransId="{EF85DCEE-912B-4AB6-87B9-1C7F76F65059}" sibTransId="{BF6D759C-9A36-44F7-B490-EE1BCB7DA553}"/>
    <dgm:cxn modelId="{399B2897-36BD-4262-BF81-0E969C9F52EF}" srcId="{590272CF-93A9-4073-8206-D8A3156D685F}" destId="{93C35A61-A27D-4CF2-BE38-E462ABBADB7A}" srcOrd="0" destOrd="0" parTransId="{7BCE6E64-FEC9-4D19-A7B3-30C439EF71CB}" sibTransId="{3E060997-5D9A-485F-8172-A9AB3BE29A3C}"/>
    <dgm:cxn modelId="{590201A8-CDDA-48AD-B47D-CF549F77B71E}" srcId="{E5AC7EF2-C342-4A1B-A2BA-DF126D7A4100}" destId="{48E64B2C-7B00-45FF-ACCB-3D3EAEC40C58}" srcOrd="1" destOrd="0" parTransId="{533FA6DB-327D-4F36-82F7-078ECAF38761}" sibTransId="{BC9C13E5-BDE4-4E60-87C1-AC64FF67467A}"/>
    <dgm:cxn modelId="{AE3582AB-C26C-40AA-951E-702780D9BF99}" type="presOf" srcId="{08C44EF9-86F4-4C82-9387-B46203A25B2B}" destId="{91C1752D-34E2-41CF-A084-479DC73AC5DC}" srcOrd="0" destOrd="0" presId="urn:microsoft.com/office/officeart/2005/8/layout/hierarchy1"/>
    <dgm:cxn modelId="{C239F9C7-82ED-4DA8-9084-3AF69A8FB0D8}" type="presOf" srcId="{93C35A61-A27D-4CF2-BE38-E462ABBADB7A}" destId="{E4A931F0-FBD4-4EEC-A9E1-25458AE16197}" srcOrd="0" destOrd="0" presId="urn:microsoft.com/office/officeart/2005/8/layout/hierarchy1"/>
    <dgm:cxn modelId="{FA5830D9-1CC3-46F9-BEB7-E4E8A8092152}" srcId="{DA5B622C-6192-457B-95BA-DAD82CE079E0}" destId="{E5AC7EF2-C342-4A1B-A2BA-DF126D7A4100}" srcOrd="0" destOrd="0" parTransId="{7D6182FA-1B7E-4E43-B803-1D68858D5E79}" sibTransId="{6FEE781E-6308-4646-9964-074E6E3BB0B5}"/>
    <dgm:cxn modelId="{B8778DE4-2CB0-4CFC-9698-501EE4FF2ED0}" type="presOf" srcId="{6D1008A1-4461-4B92-B436-49A6ACE194CB}" destId="{87CF55F1-7AE6-481C-99CB-3A70DC80C786}" srcOrd="0" destOrd="0" presId="urn:microsoft.com/office/officeart/2005/8/layout/hierarchy1"/>
    <dgm:cxn modelId="{56A782E7-1566-49B8-BE25-0E025ABBEB2D}" srcId="{5A8AC8D0-87CB-4D43-AEA9-A9B5E5F77FB5}" destId="{82F595BA-9B98-4C47-8E92-4ED68DE0BF71}" srcOrd="0" destOrd="0" parTransId="{CAE8ABDA-C20B-440C-BD7A-496C6F7B5698}" sibTransId="{1E0D4FAC-A870-43EA-99D8-CC4552D0030F}"/>
    <dgm:cxn modelId="{92F37FFC-42C6-4B18-9673-AE1A8CE7BBC3}" type="presOf" srcId="{DA5B622C-6192-457B-95BA-DAD82CE079E0}" destId="{F24BDC6B-314F-49CD-B042-247614548F7A}" srcOrd="0" destOrd="0" presId="urn:microsoft.com/office/officeart/2005/8/layout/hierarchy1"/>
    <dgm:cxn modelId="{32078F16-4886-4BBD-8803-4059BBD7C2DF}" type="presParOf" srcId="{F24BDC6B-314F-49CD-B042-247614548F7A}" destId="{34340C59-84B1-4BB4-A19E-A7B48E8D4DF3}" srcOrd="0" destOrd="0" presId="urn:microsoft.com/office/officeart/2005/8/layout/hierarchy1"/>
    <dgm:cxn modelId="{DEC34DD5-A3CD-4182-942A-BE8BD52AEE98}" type="presParOf" srcId="{34340C59-84B1-4BB4-A19E-A7B48E8D4DF3}" destId="{9615DDE3-D882-4445-A9F0-765B9D971E41}" srcOrd="0" destOrd="0" presId="urn:microsoft.com/office/officeart/2005/8/layout/hierarchy1"/>
    <dgm:cxn modelId="{923582C6-4AD4-4B74-A49A-2D4E2D075352}" type="presParOf" srcId="{9615DDE3-D882-4445-A9F0-765B9D971E41}" destId="{84130158-08D2-497D-9544-7B2FDAFC1DA9}" srcOrd="0" destOrd="0" presId="urn:microsoft.com/office/officeart/2005/8/layout/hierarchy1"/>
    <dgm:cxn modelId="{D07C791E-0DEA-487F-BE87-C869CD48840B}" type="presParOf" srcId="{9615DDE3-D882-4445-A9F0-765B9D971E41}" destId="{C0DFC871-687B-476C-A77F-F126FDE5CE52}" srcOrd="1" destOrd="0" presId="urn:microsoft.com/office/officeart/2005/8/layout/hierarchy1"/>
    <dgm:cxn modelId="{54F15CD1-5D5A-4AB9-B08D-9D15619588D8}" type="presParOf" srcId="{34340C59-84B1-4BB4-A19E-A7B48E8D4DF3}" destId="{9CAF17A0-61F7-420C-8397-CFF7B252AFC6}" srcOrd="1" destOrd="0" presId="urn:microsoft.com/office/officeart/2005/8/layout/hierarchy1"/>
    <dgm:cxn modelId="{B3D8B1E2-1921-4EFD-AE54-4538C3A8C20E}" type="presParOf" srcId="{9CAF17A0-61F7-420C-8397-CFF7B252AFC6}" destId="{87CF55F1-7AE6-481C-99CB-3A70DC80C786}" srcOrd="0" destOrd="0" presId="urn:microsoft.com/office/officeart/2005/8/layout/hierarchy1"/>
    <dgm:cxn modelId="{B957D5D0-62DF-4D0F-89A7-22F8E0523AA7}" type="presParOf" srcId="{9CAF17A0-61F7-420C-8397-CFF7B252AFC6}" destId="{6BE45BC8-0932-41E4-A42C-43D2DCCA0489}" srcOrd="1" destOrd="0" presId="urn:microsoft.com/office/officeart/2005/8/layout/hierarchy1"/>
    <dgm:cxn modelId="{0C724DB1-B5B1-4109-ABB0-14D260C42278}" type="presParOf" srcId="{6BE45BC8-0932-41E4-A42C-43D2DCCA0489}" destId="{9B02D692-A3CD-4DEB-8BE0-45F5798DB181}" srcOrd="0" destOrd="0" presId="urn:microsoft.com/office/officeart/2005/8/layout/hierarchy1"/>
    <dgm:cxn modelId="{15D9EEE0-BEDE-4294-A80D-FDCF2226B119}" type="presParOf" srcId="{9B02D692-A3CD-4DEB-8BE0-45F5798DB181}" destId="{6D4D216A-B723-42AE-9CA9-59F485A2AF4C}" srcOrd="0" destOrd="0" presId="urn:microsoft.com/office/officeart/2005/8/layout/hierarchy1"/>
    <dgm:cxn modelId="{C2815B86-95E6-483F-81BC-5D6C5E1B95F1}" type="presParOf" srcId="{9B02D692-A3CD-4DEB-8BE0-45F5798DB181}" destId="{91C1752D-34E2-41CF-A084-479DC73AC5DC}" srcOrd="1" destOrd="0" presId="urn:microsoft.com/office/officeart/2005/8/layout/hierarchy1"/>
    <dgm:cxn modelId="{EEE61E45-18B2-4C05-84A8-3078CB1A8CF2}" type="presParOf" srcId="{6BE45BC8-0932-41E4-A42C-43D2DCCA0489}" destId="{A3132005-0F2C-475A-BC92-810BA7E406D5}" srcOrd="1" destOrd="0" presId="urn:microsoft.com/office/officeart/2005/8/layout/hierarchy1"/>
    <dgm:cxn modelId="{4AE8685D-D293-4C1F-BEE4-D03AA29BBA5E}" type="presParOf" srcId="{9CAF17A0-61F7-420C-8397-CFF7B252AFC6}" destId="{6D41E6B0-78B1-4D35-855E-A1B61120148B}" srcOrd="2" destOrd="0" presId="urn:microsoft.com/office/officeart/2005/8/layout/hierarchy1"/>
    <dgm:cxn modelId="{B9A29C94-0A9E-4B4E-A0C7-67AA0F8ED4AC}" type="presParOf" srcId="{9CAF17A0-61F7-420C-8397-CFF7B252AFC6}" destId="{6DE2F51E-79FF-476E-8349-C3B0640CE2D1}" srcOrd="3" destOrd="0" presId="urn:microsoft.com/office/officeart/2005/8/layout/hierarchy1"/>
    <dgm:cxn modelId="{03D16B0A-6940-46FD-87D3-B294D6FD5039}" type="presParOf" srcId="{6DE2F51E-79FF-476E-8349-C3B0640CE2D1}" destId="{142829AB-6DF0-4742-AE47-A0E061CE1F9C}" srcOrd="0" destOrd="0" presId="urn:microsoft.com/office/officeart/2005/8/layout/hierarchy1"/>
    <dgm:cxn modelId="{F8711AE6-CB1A-4820-BBBC-0D2F0D2AF4C0}" type="presParOf" srcId="{142829AB-6DF0-4742-AE47-A0E061CE1F9C}" destId="{66E163F8-FBC6-48EC-8149-2B393F9DD0B5}" srcOrd="0" destOrd="0" presId="urn:microsoft.com/office/officeart/2005/8/layout/hierarchy1"/>
    <dgm:cxn modelId="{5A6C13A4-1C85-4233-9E31-55763867074E}" type="presParOf" srcId="{142829AB-6DF0-4742-AE47-A0E061CE1F9C}" destId="{0BAA5B92-9C04-4564-8010-7C38645BCDDD}" srcOrd="1" destOrd="0" presId="urn:microsoft.com/office/officeart/2005/8/layout/hierarchy1"/>
    <dgm:cxn modelId="{0CE9D964-17AB-411A-97F7-0E1B40A9FF1D}" type="presParOf" srcId="{6DE2F51E-79FF-476E-8349-C3B0640CE2D1}" destId="{312F7139-46A8-4900-99D8-5B047E5C3B5A}" srcOrd="1" destOrd="0" presId="urn:microsoft.com/office/officeart/2005/8/layout/hierarchy1"/>
    <dgm:cxn modelId="{CC2DA575-2570-429D-A61B-86D668F4C793}" type="presParOf" srcId="{F24BDC6B-314F-49CD-B042-247614548F7A}" destId="{52779F19-59D2-4703-93E9-D57729AB84B0}" srcOrd="1" destOrd="0" presId="urn:microsoft.com/office/officeart/2005/8/layout/hierarchy1"/>
    <dgm:cxn modelId="{8A177ACD-4DC8-41EB-B962-B96C124188DD}" type="presParOf" srcId="{52779F19-59D2-4703-93E9-D57729AB84B0}" destId="{C52FFFE3-A237-4E99-91B9-FCBE6F6A193A}" srcOrd="0" destOrd="0" presId="urn:microsoft.com/office/officeart/2005/8/layout/hierarchy1"/>
    <dgm:cxn modelId="{5F5FB228-3115-4FA1-BAF5-80FB38BC1F87}" type="presParOf" srcId="{C52FFFE3-A237-4E99-91B9-FCBE6F6A193A}" destId="{68ABCFBB-049C-4B23-B883-9429B61516A5}" srcOrd="0" destOrd="0" presId="urn:microsoft.com/office/officeart/2005/8/layout/hierarchy1"/>
    <dgm:cxn modelId="{7A365D38-26B9-45F1-B300-AF24C8021325}" type="presParOf" srcId="{C52FFFE3-A237-4E99-91B9-FCBE6F6A193A}" destId="{0706A2E6-CDD5-43B0-BEC4-23E363AB173F}" srcOrd="1" destOrd="0" presId="urn:microsoft.com/office/officeart/2005/8/layout/hierarchy1"/>
    <dgm:cxn modelId="{4A1BBDB9-1EC0-458D-ABE9-7AB80D33E7E7}" type="presParOf" srcId="{52779F19-59D2-4703-93E9-D57729AB84B0}" destId="{ABBB260B-CA82-4D32-93B7-1E26006E0D5F}" srcOrd="1" destOrd="0" presId="urn:microsoft.com/office/officeart/2005/8/layout/hierarchy1"/>
    <dgm:cxn modelId="{C4B7C47A-1252-443E-BF8C-1505A7C9EBFF}" type="presParOf" srcId="{ABBB260B-CA82-4D32-93B7-1E26006E0D5F}" destId="{87A3A8A9-1DB8-4394-B125-B1E099FAA65B}" srcOrd="0" destOrd="0" presId="urn:microsoft.com/office/officeart/2005/8/layout/hierarchy1"/>
    <dgm:cxn modelId="{19735468-6E2A-4831-8874-8A52EA6B675D}" type="presParOf" srcId="{ABBB260B-CA82-4D32-93B7-1E26006E0D5F}" destId="{E5146559-4A2C-4782-B7D8-B82FA73206AE}" srcOrd="1" destOrd="0" presId="urn:microsoft.com/office/officeart/2005/8/layout/hierarchy1"/>
    <dgm:cxn modelId="{FE69F3F1-1CD8-4A72-BDA6-70F87C729311}" type="presParOf" srcId="{E5146559-4A2C-4782-B7D8-B82FA73206AE}" destId="{D6A55CDE-0F3B-4BFC-A237-9A3CEC7ABE55}" srcOrd="0" destOrd="0" presId="urn:microsoft.com/office/officeart/2005/8/layout/hierarchy1"/>
    <dgm:cxn modelId="{55A73122-33A9-4B2F-B5C6-E0B14079ACBD}" type="presParOf" srcId="{D6A55CDE-0F3B-4BFC-A237-9A3CEC7ABE55}" destId="{EA58250A-5BBD-4A2D-97B3-C32BEAE11838}" srcOrd="0" destOrd="0" presId="urn:microsoft.com/office/officeart/2005/8/layout/hierarchy1"/>
    <dgm:cxn modelId="{777B6792-7CD3-44F0-B41A-2DDAE653259B}" type="presParOf" srcId="{D6A55CDE-0F3B-4BFC-A237-9A3CEC7ABE55}" destId="{E4A931F0-FBD4-4EEC-A9E1-25458AE16197}" srcOrd="1" destOrd="0" presId="urn:microsoft.com/office/officeart/2005/8/layout/hierarchy1"/>
    <dgm:cxn modelId="{185E5E0F-23FB-4C30-80D1-8F993D269678}" type="presParOf" srcId="{E5146559-4A2C-4782-B7D8-B82FA73206AE}" destId="{38E8C2A3-DCDC-423D-B025-768A5214C8EB}" srcOrd="1" destOrd="0" presId="urn:microsoft.com/office/officeart/2005/8/layout/hierarchy1"/>
    <dgm:cxn modelId="{E2C5CBF8-F3FF-400F-BA33-BEAC93B97F30}" type="presParOf" srcId="{ABBB260B-CA82-4D32-93B7-1E26006E0D5F}" destId="{2E0A7832-E753-41F9-A437-503AFBF31D06}" srcOrd="2" destOrd="0" presId="urn:microsoft.com/office/officeart/2005/8/layout/hierarchy1"/>
    <dgm:cxn modelId="{41695EC9-6D49-4CB4-A817-28A696D71A85}" type="presParOf" srcId="{ABBB260B-CA82-4D32-93B7-1E26006E0D5F}" destId="{42D18387-B9C8-4BBD-8AFF-D4618D814140}" srcOrd="3" destOrd="0" presId="urn:microsoft.com/office/officeart/2005/8/layout/hierarchy1"/>
    <dgm:cxn modelId="{B10668EE-23B0-4128-8D76-9A35A401A9AC}" type="presParOf" srcId="{42D18387-B9C8-4BBD-8AFF-D4618D814140}" destId="{486CA1F3-BD29-4C8A-9611-B62D8BC2C7F5}" srcOrd="0" destOrd="0" presId="urn:microsoft.com/office/officeart/2005/8/layout/hierarchy1"/>
    <dgm:cxn modelId="{52215BAD-135C-48C0-8365-0BFBB06296E1}" type="presParOf" srcId="{486CA1F3-BD29-4C8A-9611-B62D8BC2C7F5}" destId="{FB679937-649B-4673-A9AB-9E074EB79A1D}" srcOrd="0" destOrd="0" presId="urn:microsoft.com/office/officeart/2005/8/layout/hierarchy1"/>
    <dgm:cxn modelId="{74BE38B3-FA08-4078-8501-AD78C35076EA}" type="presParOf" srcId="{486CA1F3-BD29-4C8A-9611-B62D8BC2C7F5}" destId="{E0D957EA-25A3-4E0E-B033-DB36E6F10178}" srcOrd="1" destOrd="0" presId="urn:microsoft.com/office/officeart/2005/8/layout/hierarchy1"/>
    <dgm:cxn modelId="{5E0B3A8F-CECE-4F8B-B449-F0A9914E5F44}" type="presParOf" srcId="{42D18387-B9C8-4BBD-8AFF-D4618D814140}" destId="{AFFF3EDD-7698-4BE6-A722-C1F2D1D98A97}" srcOrd="1" destOrd="0" presId="urn:microsoft.com/office/officeart/2005/8/layout/hierarchy1"/>
    <dgm:cxn modelId="{808F8486-48CA-4E61-91A8-21BCFC2C2B85}" type="presParOf" srcId="{F24BDC6B-314F-49CD-B042-247614548F7A}" destId="{CBC2C50C-199F-4D98-BCF3-28F58B99DA79}" srcOrd="2" destOrd="0" presId="urn:microsoft.com/office/officeart/2005/8/layout/hierarchy1"/>
    <dgm:cxn modelId="{E367370F-1590-4A7D-BFFF-E1D2F17E6D94}" type="presParOf" srcId="{CBC2C50C-199F-4D98-BCF3-28F58B99DA79}" destId="{71149614-C0E5-49DB-BED5-76A1F0B91AE1}" srcOrd="0" destOrd="0" presId="urn:microsoft.com/office/officeart/2005/8/layout/hierarchy1"/>
    <dgm:cxn modelId="{882AE2D9-D7CC-412C-B4C7-1063B2748025}" type="presParOf" srcId="{71149614-C0E5-49DB-BED5-76A1F0B91AE1}" destId="{9DCAF896-DF0F-4528-B887-101AFFC5D17B}" srcOrd="0" destOrd="0" presId="urn:microsoft.com/office/officeart/2005/8/layout/hierarchy1"/>
    <dgm:cxn modelId="{5E78716A-69B8-4A0B-999F-E6F2819F49E7}" type="presParOf" srcId="{71149614-C0E5-49DB-BED5-76A1F0B91AE1}" destId="{9EC17179-FD29-4584-8F09-2087275C4DA9}" srcOrd="1" destOrd="0" presId="urn:microsoft.com/office/officeart/2005/8/layout/hierarchy1"/>
    <dgm:cxn modelId="{8C92F9E8-2BF6-4173-89BC-AFA27166B945}" type="presParOf" srcId="{CBC2C50C-199F-4D98-BCF3-28F58B99DA79}" destId="{F0BF826D-CD59-4A09-AE1B-A4B0BBE2E9F7}" srcOrd="1" destOrd="0" presId="urn:microsoft.com/office/officeart/2005/8/layout/hierarchy1"/>
    <dgm:cxn modelId="{3299164E-BC8D-4FEE-89E7-A7055833AB8D}" type="presParOf" srcId="{F0BF826D-CD59-4A09-AE1B-A4B0BBE2E9F7}" destId="{7017A553-0198-40F0-82F3-CBB96CE02569}" srcOrd="0" destOrd="0" presId="urn:microsoft.com/office/officeart/2005/8/layout/hierarchy1"/>
    <dgm:cxn modelId="{9037BACE-6931-4024-8579-66ACC8904C63}" type="presParOf" srcId="{F0BF826D-CD59-4A09-AE1B-A4B0BBE2E9F7}" destId="{1CC2EF50-FB55-4441-AEC4-0BE5C1E9E267}" srcOrd="1" destOrd="0" presId="urn:microsoft.com/office/officeart/2005/8/layout/hierarchy1"/>
    <dgm:cxn modelId="{50A8B8CB-31ED-4B1E-AECB-BAB1D3E681E6}" type="presParOf" srcId="{1CC2EF50-FB55-4441-AEC4-0BE5C1E9E267}" destId="{500BE32E-F67E-4971-BA7E-6E252AC16F52}" srcOrd="0" destOrd="0" presId="urn:microsoft.com/office/officeart/2005/8/layout/hierarchy1"/>
    <dgm:cxn modelId="{7CCB19A1-9990-4B0F-ABC7-4D64DF442187}" type="presParOf" srcId="{500BE32E-F67E-4971-BA7E-6E252AC16F52}" destId="{ECDA4611-8B05-49AB-899B-36F651D1F243}" srcOrd="0" destOrd="0" presId="urn:microsoft.com/office/officeart/2005/8/layout/hierarchy1"/>
    <dgm:cxn modelId="{7DCB4723-9F5A-4430-A6B2-8BC1C4103151}" type="presParOf" srcId="{500BE32E-F67E-4971-BA7E-6E252AC16F52}" destId="{2ADE1C87-A0DE-4653-90DB-55663A5ADA9B}" srcOrd="1" destOrd="0" presId="urn:microsoft.com/office/officeart/2005/8/layout/hierarchy1"/>
    <dgm:cxn modelId="{59F1BBAA-DCB7-4A51-B655-1DC070D1897C}" type="presParOf" srcId="{1CC2EF50-FB55-4441-AEC4-0BE5C1E9E267}" destId="{5950BF05-AE1E-4904-821C-B976FC9EE2B5}" srcOrd="1" destOrd="0" presId="urn:microsoft.com/office/officeart/2005/8/layout/hierarchy1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F169B3B-FB20-4E9D-8EA2-583E145A1DD7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EDE0BF1-2D98-4897-AACB-6CCBB1B090D9}">
      <dgm:prSet custT="1"/>
      <dgm:spPr/>
      <dgm:t>
        <a:bodyPr/>
        <a:lstStyle/>
        <a:p>
          <a:r>
            <a:rPr lang="en-US" sz="2000" dirty="0"/>
            <a:t>Consistent upward trends suggest a need for greater awareness of long-term climate patterns </a:t>
          </a:r>
        </a:p>
      </dgm:t>
    </dgm:pt>
    <dgm:pt modelId="{9ECC9013-B67D-4F0C-9A42-C1FB06066FC4}" type="parTrans" cxnId="{88AA2DC8-7CAF-40B2-8051-B36EAE958532}">
      <dgm:prSet/>
      <dgm:spPr/>
      <dgm:t>
        <a:bodyPr/>
        <a:lstStyle/>
        <a:p>
          <a:endParaRPr lang="en-US"/>
        </a:p>
      </dgm:t>
    </dgm:pt>
    <dgm:pt modelId="{7F96CE54-1278-447F-AABA-8E0408F32784}" type="sibTrans" cxnId="{88AA2DC8-7CAF-40B2-8051-B36EAE958532}">
      <dgm:prSet/>
      <dgm:spPr/>
      <dgm:t>
        <a:bodyPr/>
        <a:lstStyle/>
        <a:p>
          <a:endParaRPr lang="en-US"/>
        </a:p>
      </dgm:t>
    </dgm:pt>
    <dgm:pt modelId="{93F464EF-B87F-4703-991A-E6235DE579A4}">
      <dgm:prSet custT="1"/>
      <dgm:spPr/>
      <dgm:t>
        <a:bodyPr/>
        <a:lstStyle/>
        <a:p>
          <a:r>
            <a:rPr lang="en-US" sz="2000" dirty="0"/>
            <a:t>Variations across regions indicate that environmental changes do not occur uniformly, e.g., Northern regions exhibit stronger warming trends </a:t>
          </a:r>
        </a:p>
      </dgm:t>
    </dgm:pt>
    <dgm:pt modelId="{042F738A-8EEF-4510-B9A0-3D56EEFF9392}" type="parTrans" cxnId="{05C27EDC-8FD0-41C7-99BE-768ACD37C87D}">
      <dgm:prSet/>
      <dgm:spPr/>
      <dgm:t>
        <a:bodyPr/>
        <a:lstStyle/>
        <a:p>
          <a:endParaRPr lang="en-US"/>
        </a:p>
      </dgm:t>
    </dgm:pt>
    <dgm:pt modelId="{101903F6-205C-46B4-A205-FE4015F48F52}" type="sibTrans" cxnId="{05C27EDC-8FD0-41C7-99BE-768ACD37C87D}">
      <dgm:prSet/>
      <dgm:spPr/>
      <dgm:t>
        <a:bodyPr/>
        <a:lstStyle/>
        <a:p>
          <a:endParaRPr lang="en-US"/>
        </a:p>
      </dgm:t>
    </dgm:pt>
    <dgm:pt modelId="{3379CF48-81BB-4EEC-9C1E-6E5AFA841A6E}">
      <dgm:prSet custT="1"/>
      <dgm:spPr/>
      <dgm:t>
        <a:bodyPr/>
        <a:lstStyle/>
        <a:p>
          <a:r>
            <a:rPr lang="en-US" sz="2000" dirty="0"/>
            <a:t>City-level analysis shows localized temperature spikes exceeding national averages</a:t>
          </a:r>
        </a:p>
      </dgm:t>
    </dgm:pt>
    <dgm:pt modelId="{6CF0199F-6354-493E-9F50-E2137B612480}" type="parTrans" cxnId="{209B4E35-0F3E-49F8-82E7-9D266639B742}">
      <dgm:prSet/>
      <dgm:spPr/>
      <dgm:t>
        <a:bodyPr/>
        <a:lstStyle/>
        <a:p>
          <a:endParaRPr lang="en-US"/>
        </a:p>
      </dgm:t>
    </dgm:pt>
    <dgm:pt modelId="{5E37F64E-7890-48A9-B63D-8337F76E4B5D}" type="sibTrans" cxnId="{209B4E35-0F3E-49F8-82E7-9D266639B742}">
      <dgm:prSet/>
      <dgm:spPr/>
      <dgm:t>
        <a:bodyPr/>
        <a:lstStyle/>
        <a:p>
          <a:endParaRPr lang="en-US"/>
        </a:p>
      </dgm:t>
    </dgm:pt>
    <dgm:pt modelId="{9D631040-063C-477F-ACF7-58C69DF9FDBA}">
      <dgm:prSet custT="1"/>
      <dgm:spPr/>
      <dgm:t>
        <a:bodyPr/>
        <a:lstStyle/>
        <a:p>
          <a:r>
            <a:rPr lang="en-US" sz="2000" dirty="0"/>
            <a:t>Century comparison confirms long-term warming (~2 °C increase)</a:t>
          </a:r>
        </a:p>
      </dgm:t>
    </dgm:pt>
    <dgm:pt modelId="{9519D885-AF1E-471D-A8CA-7F77735214DE}" type="parTrans" cxnId="{AC06F9A6-6CC3-4BEA-BE05-D5A312F9D1C8}">
      <dgm:prSet/>
      <dgm:spPr/>
      <dgm:t>
        <a:bodyPr/>
        <a:lstStyle/>
        <a:p>
          <a:endParaRPr lang="en-US"/>
        </a:p>
      </dgm:t>
    </dgm:pt>
    <dgm:pt modelId="{06D58546-A2B2-4519-9BB7-F7D71B35919D}" type="sibTrans" cxnId="{AC06F9A6-6CC3-4BEA-BE05-D5A312F9D1C8}">
      <dgm:prSet/>
      <dgm:spPr/>
      <dgm:t>
        <a:bodyPr/>
        <a:lstStyle/>
        <a:p>
          <a:endParaRPr lang="en-US"/>
        </a:p>
      </dgm:t>
    </dgm:pt>
    <dgm:pt modelId="{C9560237-B99A-40FD-A48D-F2B0C36DA9B6}">
      <dgm:prSet custT="1"/>
      <dgm:spPr/>
      <dgm:t>
        <a:bodyPr/>
        <a:lstStyle/>
        <a:p>
          <a:r>
            <a:rPr lang="en-US" sz="2000" dirty="0"/>
            <a:t>Our work supports a need for further environmental and sustainability data-driven approaches to better understand global environmental challenges</a:t>
          </a:r>
          <a:r>
            <a:rPr lang="en-US" sz="1700" dirty="0"/>
            <a:t>.  </a:t>
          </a:r>
        </a:p>
      </dgm:t>
    </dgm:pt>
    <dgm:pt modelId="{A0FFF8A0-4855-4192-A7A8-C2BDD209C14D}" type="parTrans" cxnId="{F8A6C5D8-CB4E-40F5-A5EA-B40361498F25}">
      <dgm:prSet/>
      <dgm:spPr/>
      <dgm:t>
        <a:bodyPr/>
        <a:lstStyle/>
        <a:p>
          <a:endParaRPr lang="en-US"/>
        </a:p>
      </dgm:t>
    </dgm:pt>
    <dgm:pt modelId="{C4B2958C-0360-47B5-B78C-E21F9E49A6B5}" type="sibTrans" cxnId="{F8A6C5D8-CB4E-40F5-A5EA-B40361498F25}">
      <dgm:prSet/>
      <dgm:spPr/>
      <dgm:t>
        <a:bodyPr/>
        <a:lstStyle/>
        <a:p>
          <a:endParaRPr lang="en-US"/>
        </a:p>
      </dgm:t>
    </dgm:pt>
    <dgm:pt modelId="{022D6939-5987-4BCA-9375-AFA2CC3667A3}" type="pres">
      <dgm:prSet presAssocID="{4F169B3B-FB20-4E9D-8EA2-583E145A1DD7}" presName="outerComposite" presStyleCnt="0">
        <dgm:presLayoutVars>
          <dgm:chMax val="5"/>
          <dgm:dir/>
          <dgm:resizeHandles val="exact"/>
        </dgm:presLayoutVars>
      </dgm:prSet>
      <dgm:spPr/>
    </dgm:pt>
    <dgm:pt modelId="{63554A1F-E7DD-4149-A3B6-FC35252C05D5}" type="pres">
      <dgm:prSet presAssocID="{4F169B3B-FB20-4E9D-8EA2-583E145A1DD7}" presName="dummyMaxCanvas" presStyleCnt="0">
        <dgm:presLayoutVars/>
      </dgm:prSet>
      <dgm:spPr/>
    </dgm:pt>
    <dgm:pt modelId="{219D96BE-749C-4AAC-82AD-16F2676D0BEC}" type="pres">
      <dgm:prSet presAssocID="{4F169B3B-FB20-4E9D-8EA2-583E145A1DD7}" presName="FiveNodes_1" presStyleLbl="node1" presStyleIdx="0" presStyleCnt="5">
        <dgm:presLayoutVars>
          <dgm:bulletEnabled val="1"/>
        </dgm:presLayoutVars>
      </dgm:prSet>
      <dgm:spPr/>
    </dgm:pt>
    <dgm:pt modelId="{2873C78F-BD46-4ADB-B145-968CB971DA8E}" type="pres">
      <dgm:prSet presAssocID="{4F169B3B-FB20-4E9D-8EA2-583E145A1DD7}" presName="FiveNodes_2" presStyleLbl="node1" presStyleIdx="1" presStyleCnt="5">
        <dgm:presLayoutVars>
          <dgm:bulletEnabled val="1"/>
        </dgm:presLayoutVars>
      </dgm:prSet>
      <dgm:spPr/>
    </dgm:pt>
    <dgm:pt modelId="{37A52FE8-898D-4613-837B-C968614E73BA}" type="pres">
      <dgm:prSet presAssocID="{4F169B3B-FB20-4E9D-8EA2-583E145A1DD7}" presName="FiveNodes_3" presStyleLbl="node1" presStyleIdx="2" presStyleCnt="5">
        <dgm:presLayoutVars>
          <dgm:bulletEnabled val="1"/>
        </dgm:presLayoutVars>
      </dgm:prSet>
      <dgm:spPr/>
    </dgm:pt>
    <dgm:pt modelId="{3871A658-5194-45AA-ACD9-C1D09CB477C5}" type="pres">
      <dgm:prSet presAssocID="{4F169B3B-FB20-4E9D-8EA2-583E145A1DD7}" presName="FiveNodes_4" presStyleLbl="node1" presStyleIdx="3" presStyleCnt="5">
        <dgm:presLayoutVars>
          <dgm:bulletEnabled val="1"/>
        </dgm:presLayoutVars>
      </dgm:prSet>
      <dgm:spPr/>
    </dgm:pt>
    <dgm:pt modelId="{922D5769-7915-4626-AA1E-D732DE6841C8}" type="pres">
      <dgm:prSet presAssocID="{4F169B3B-FB20-4E9D-8EA2-583E145A1DD7}" presName="FiveNodes_5" presStyleLbl="node1" presStyleIdx="4" presStyleCnt="5">
        <dgm:presLayoutVars>
          <dgm:bulletEnabled val="1"/>
        </dgm:presLayoutVars>
      </dgm:prSet>
      <dgm:spPr/>
    </dgm:pt>
    <dgm:pt modelId="{B8B1FA6F-6F5E-4B01-AC32-FB0A42664436}" type="pres">
      <dgm:prSet presAssocID="{4F169B3B-FB20-4E9D-8EA2-583E145A1DD7}" presName="FiveConn_1-2" presStyleLbl="fgAccFollowNode1" presStyleIdx="0" presStyleCnt="4">
        <dgm:presLayoutVars>
          <dgm:bulletEnabled val="1"/>
        </dgm:presLayoutVars>
      </dgm:prSet>
      <dgm:spPr/>
    </dgm:pt>
    <dgm:pt modelId="{6B351DFD-C17C-413C-9133-2CC0D0DE258A}" type="pres">
      <dgm:prSet presAssocID="{4F169B3B-FB20-4E9D-8EA2-583E145A1DD7}" presName="FiveConn_2-3" presStyleLbl="fgAccFollowNode1" presStyleIdx="1" presStyleCnt="4">
        <dgm:presLayoutVars>
          <dgm:bulletEnabled val="1"/>
        </dgm:presLayoutVars>
      </dgm:prSet>
      <dgm:spPr/>
    </dgm:pt>
    <dgm:pt modelId="{5D6FF781-202B-4651-A8BA-2F6534103942}" type="pres">
      <dgm:prSet presAssocID="{4F169B3B-FB20-4E9D-8EA2-583E145A1DD7}" presName="FiveConn_3-4" presStyleLbl="fgAccFollowNode1" presStyleIdx="2" presStyleCnt="4">
        <dgm:presLayoutVars>
          <dgm:bulletEnabled val="1"/>
        </dgm:presLayoutVars>
      </dgm:prSet>
      <dgm:spPr/>
    </dgm:pt>
    <dgm:pt modelId="{12CE2421-42FC-42DB-B543-89010DD7A0D0}" type="pres">
      <dgm:prSet presAssocID="{4F169B3B-FB20-4E9D-8EA2-583E145A1DD7}" presName="FiveConn_4-5" presStyleLbl="fgAccFollowNode1" presStyleIdx="3" presStyleCnt="4">
        <dgm:presLayoutVars>
          <dgm:bulletEnabled val="1"/>
        </dgm:presLayoutVars>
      </dgm:prSet>
      <dgm:spPr/>
    </dgm:pt>
    <dgm:pt modelId="{099B36B4-C5BF-4120-9E3B-1795A0B99281}" type="pres">
      <dgm:prSet presAssocID="{4F169B3B-FB20-4E9D-8EA2-583E145A1DD7}" presName="FiveNodes_1_text" presStyleLbl="node1" presStyleIdx="4" presStyleCnt="5">
        <dgm:presLayoutVars>
          <dgm:bulletEnabled val="1"/>
        </dgm:presLayoutVars>
      </dgm:prSet>
      <dgm:spPr/>
    </dgm:pt>
    <dgm:pt modelId="{4A079A8E-5AF9-4390-A179-E8F12CF18B50}" type="pres">
      <dgm:prSet presAssocID="{4F169B3B-FB20-4E9D-8EA2-583E145A1DD7}" presName="FiveNodes_2_text" presStyleLbl="node1" presStyleIdx="4" presStyleCnt="5">
        <dgm:presLayoutVars>
          <dgm:bulletEnabled val="1"/>
        </dgm:presLayoutVars>
      </dgm:prSet>
      <dgm:spPr/>
    </dgm:pt>
    <dgm:pt modelId="{D219CA6D-B252-4EF4-9B07-5A40C6016AF7}" type="pres">
      <dgm:prSet presAssocID="{4F169B3B-FB20-4E9D-8EA2-583E145A1DD7}" presName="FiveNodes_3_text" presStyleLbl="node1" presStyleIdx="4" presStyleCnt="5">
        <dgm:presLayoutVars>
          <dgm:bulletEnabled val="1"/>
        </dgm:presLayoutVars>
      </dgm:prSet>
      <dgm:spPr/>
    </dgm:pt>
    <dgm:pt modelId="{DD24D561-1A15-46C7-AA5C-F3901CAFB865}" type="pres">
      <dgm:prSet presAssocID="{4F169B3B-FB20-4E9D-8EA2-583E145A1DD7}" presName="FiveNodes_4_text" presStyleLbl="node1" presStyleIdx="4" presStyleCnt="5">
        <dgm:presLayoutVars>
          <dgm:bulletEnabled val="1"/>
        </dgm:presLayoutVars>
      </dgm:prSet>
      <dgm:spPr/>
    </dgm:pt>
    <dgm:pt modelId="{8D8FE183-54DF-4BE0-A07D-661469E1D5D2}" type="pres">
      <dgm:prSet presAssocID="{4F169B3B-FB20-4E9D-8EA2-583E145A1DD7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5819E614-2914-4A2C-9AFD-728C2252FE23}" type="presOf" srcId="{3379CF48-81BB-4EEC-9C1E-6E5AFA841A6E}" destId="{37A52FE8-898D-4613-837B-C968614E73BA}" srcOrd="0" destOrd="0" presId="urn:microsoft.com/office/officeart/2005/8/layout/vProcess5"/>
    <dgm:cxn modelId="{4CF6C723-C101-4C64-89A3-58239FF88380}" type="presOf" srcId="{C9560237-B99A-40FD-A48D-F2B0C36DA9B6}" destId="{922D5769-7915-4626-AA1E-D732DE6841C8}" srcOrd="0" destOrd="0" presId="urn:microsoft.com/office/officeart/2005/8/layout/vProcess5"/>
    <dgm:cxn modelId="{209B4E35-0F3E-49F8-82E7-9D266639B742}" srcId="{4F169B3B-FB20-4E9D-8EA2-583E145A1DD7}" destId="{3379CF48-81BB-4EEC-9C1E-6E5AFA841A6E}" srcOrd="2" destOrd="0" parTransId="{6CF0199F-6354-493E-9F50-E2137B612480}" sibTransId="{5E37F64E-7890-48A9-B63D-8337F76E4B5D}"/>
    <dgm:cxn modelId="{B0BF4948-9E73-49D9-AF5B-BFC87F3B43E1}" type="presOf" srcId="{9D631040-063C-477F-ACF7-58C69DF9FDBA}" destId="{3871A658-5194-45AA-ACD9-C1D09CB477C5}" srcOrd="0" destOrd="0" presId="urn:microsoft.com/office/officeart/2005/8/layout/vProcess5"/>
    <dgm:cxn modelId="{9C6A8549-EA10-42E4-8828-65F148B2E6DF}" type="presOf" srcId="{93F464EF-B87F-4703-991A-E6235DE579A4}" destId="{4A079A8E-5AF9-4390-A179-E8F12CF18B50}" srcOrd="1" destOrd="0" presId="urn:microsoft.com/office/officeart/2005/8/layout/vProcess5"/>
    <dgm:cxn modelId="{15F28F51-C065-4468-8CBF-D26F1E6D5252}" type="presOf" srcId="{4F169B3B-FB20-4E9D-8EA2-583E145A1DD7}" destId="{022D6939-5987-4BCA-9375-AFA2CC3667A3}" srcOrd="0" destOrd="0" presId="urn:microsoft.com/office/officeart/2005/8/layout/vProcess5"/>
    <dgm:cxn modelId="{0E35BA7E-06E6-4787-97F5-578DFA60EBE0}" type="presOf" srcId="{C9560237-B99A-40FD-A48D-F2B0C36DA9B6}" destId="{8D8FE183-54DF-4BE0-A07D-661469E1D5D2}" srcOrd="1" destOrd="0" presId="urn:microsoft.com/office/officeart/2005/8/layout/vProcess5"/>
    <dgm:cxn modelId="{DFB22B91-3459-41BC-83D5-73AE083A41B8}" type="presOf" srcId="{101903F6-205C-46B4-A205-FE4015F48F52}" destId="{6B351DFD-C17C-413C-9133-2CC0D0DE258A}" srcOrd="0" destOrd="0" presId="urn:microsoft.com/office/officeart/2005/8/layout/vProcess5"/>
    <dgm:cxn modelId="{ABF12195-CBD3-44E1-BED2-6A94B1A69FC5}" type="presOf" srcId="{FEDE0BF1-2D98-4897-AACB-6CCBB1B090D9}" destId="{219D96BE-749C-4AAC-82AD-16F2676D0BEC}" srcOrd="0" destOrd="0" presId="urn:microsoft.com/office/officeart/2005/8/layout/vProcess5"/>
    <dgm:cxn modelId="{E1658CA2-9157-4121-96C9-A8C302EEDC83}" type="presOf" srcId="{FEDE0BF1-2D98-4897-AACB-6CCBB1B090D9}" destId="{099B36B4-C5BF-4120-9E3B-1795A0B99281}" srcOrd="1" destOrd="0" presId="urn:microsoft.com/office/officeart/2005/8/layout/vProcess5"/>
    <dgm:cxn modelId="{AC06F9A6-6CC3-4BEA-BE05-D5A312F9D1C8}" srcId="{4F169B3B-FB20-4E9D-8EA2-583E145A1DD7}" destId="{9D631040-063C-477F-ACF7-58C69DF9FDBA}" srcOrd="3" destOrd="0" parTransId="{9519D885-AF1E-471D-A8CA-7F77735214DE}" sibTransId="{06D58546-A2B2-4519-9BB7-F7D71B35919D}"/>
    <dgm:cxn modelId="{9751BDBB-C5FB-4240-99B3-9FB0055A9105}" type="presOf" srcId="{3379CF48-81BB-4EEC-9C1E-6E5AFA841A6E}" destId="{D219CA6D-B252-4EF4-9B07-5A40C6016AF7}" srcOrd="1" destOrd="0" presId="urn:microsoft.com/office/officeart/2005/8/layout/vProcess5"/>
    <dgm:cxn modelId="{1F4360C0-DADE-428C-AC2A-8169B56076FB}" type="presOf" srcId="{06D58546-A2B2-4519-9BB7-F7D71B35919D}" destId="{12CE2421-42FC-42DB-B543-89010DD7A0D0}" srcOrd="0" destOrd="0" presId="urn:microsoft.com/office/officeart/2005/8/layout/vProcess5"/>
    <dgm:cxn modelId="{88AA2DC8-7CAF-40B2-8051-B36EAE958532}" srcId="{4F169B3B-FB20-4E9D-8EA2-583E145A1DD7}" destId="{FEDE0BF1-2D98-4897-AACB-6CCBB1B090D9}" srcOrd="0" destOrd="0" parTransId="{9ECC9013-B67D-4F0C-9A42-C1FB06066FC4}" sibTransId="{7F96CE54-1278-447F-AABA-8E0408F32784}"/>
    <dgm:cxn modelId="{0F9F9CCA-536C-478A-962B-F227E6361726}" type="presOf" srcId="{7F96CE54-1278-447F-AABA-8E0408F32784}" destId="{B8B1FA6F-6F5E-4B01-AC32-FB0A42664436}" srcOrd="0" destOrd="0" presId="urn:microsoft.com/office/officeart/2005/8/layout/vProcess5"/>
    <dgm:cxn modelId="{F8A6C5D8-CB4E-40F5-A5EA-B40361498F25}" srcId="{4F169B3B-FB20-4E9D-8EA2-583E145A1DD7}" destId="{C9560237-B99A-40FD-A48D-F2B0C36DA9B6}" srcOrd="4" destOrd="0" parTransId="{A0FFF8A0-4855-4192-A7A8-C2BDD209C14D}" sibTransId="{C4B2958C-0360-47B5-B78C-E21F9E49A6B5}"/>
    <dgm:cxn modelId="{05C27EDC-8FD0-41C7-99BE-768ACD37C87D}" srcId="{4F169B3B-FB20-4E9D-8EA2-583E145A1DD7}" destId="{93F464EF-B87F-4703-991A-E6235DE579A4}" srcOrd="1" destOrd="0" parTransId="{042F738A-8EEF-4510-B9A0-3D56EEFF9392}" sibTransId="{101903F6-205C-46B4-A205-FE4015F48F52}"/>
    <dgm:cxn modelId="{A5F793F0-0DEB-4D1E-9256-C392A8F597FB}" type="presOf" srcId="{9D631040-063C-477F-ACF7-58C69DF9FDBA}" destId="{DD24D561-1A15-46C7-AA5C-F3901CAFB865}" srcOrd="1" destOrd="0" presId="urn:microsoft.com/office/officeart/2005/8/layout/vProcess5"/>
    <dgm:cxn modelId="{B285E8F4-C734-4ED9-B63D-97D63FADB566}" type="presOf" srcId="{93F464EF-B87F-4703-991A-E6235DE579A4}" destId="{2873C78F-BD46-4ADB-B145-968CB971DA8E}" srcOrd="0" destOrd="0" presId="urn:microsoft.com/office/officeart/2005/8/layout/vProcess5"/>
    <dgm:cxn modelId="{4C27A5FC-A99B-490A-92AC-53231A990533}" type="presOf" srcId="{5E37F64E-7890-48A9-B63D-8337F76E4B5D}" destId="{5D6FF781-202B-4651-A8BA-2F6534103942}" srcOrd="0" destOrd="0" presId="urn:microsoft.com/office/officeart/2005/8/layout/vProcess5"/>
    <dgm:cxn modelId="{6FA2BCE4-BFC4-4E8D-8004-9E4379CF2A8B}" type="presParOf" srcId="{022D6939-5987-4BCA-9375-AFA2CC3667A3}" destId="{63554A1F-E7DD-4149-A3B6-FC35252C05D5}" srcOrd="0" destOrd="0" presId="urn:microsoft.com/office/officeart/2005/8/layout/vProcess5"/>
    <dgm:cxn modelId="{DA8FDD8E-D97E-4816-81BF-2B090D5332E8}" type="presParOf" srcId="{022D6939-5987-4BCA-9375-AFA2CC3667A3}" destId="{219D96BE-749C-4AAC-82AD-16F2676D0BEC}" srcOrd="1" destOrd="0" presId="urn:microsoft.com/office/officeart/2005/8/layout/vProcess5"/>
    <dgm:cxn modelId="{22DDEE6B-67E4-4DAB-854B-3E0EC3257FE4}" type="presParOf" srcId="{022D6939-5987-4BCA-9375-AFA2CC3667A3}" destId="{2873C78F-BD46-4ADB-B145-968CB971DA8E}" srcOrd="2" destOrd="0" presId="urn:microsoft.com/office/officeart/2005/8/layout/vProcess5"/>
    <dgm:cxn modelId="{B4D28909-6D3D-44DA-9F83-532654743AFC}" type="presParOf" srcId="{022D6939-5987-4BCA-9375-AFA2CC3667A3}" destId="{37A52FE8-898D-4613-837B-C968614E73BA}" srcOrd="3" destOrd="0" presId="urn:microsoft.com/office/officeart/2005/8/layout/vProcess5"/>
    <dgm:cxn modelId="{7201F143-45D6-49E6-AA71-075695624486}" type="presParOf" srcId="{022D6939-5987-4BCA-9375-AFA2CC3667A3}" destId="{3871A658-5194-45AA-ACD9-C1D09CB477C5}" srcOrd="4" destOrd="0" presId="urn:microsoft.com/office/officeart/2005/8/layout/vProcess5"/>
    <dgm:cxn modelId="{597E249B-1860-4130-8942-2F5AD83971C3}" type="presParOf" srcId="{022D6939-5987-4BCA-9375-AFA2CC3667A3}" destId="{922D5769-7915-4626-AA1E-D732DE6841C8}" srcOrd="5" destOrd="0" presId="urn:microsoft.com/office/officeart/2005/8/layout/vProcess5"/>
    <dgm:cxn modelId="{6309747B-9172-4288-A237-B8B42B2A8E90}" type="presParOf" srcId="{022D6939-5987-4BCA-9375-AFA2CC3667A3}" destId="{B8B1FA6F-6F5E-4B01-AC32-FB0A42664436}" srcOrd="6" destOrd="0" presId="urn:microsoft.com/office/officeart/2005/8/layout/vProcess5"/>
    <dgm:cxn modelId="{8BA20829-A9C6-4F54-9262-B655B795210D}" type="presParOf" srcId="{022D6939-5987-4BCA-9375-AFA2CC3667A3}" destId="{6B351DFD-C17C-413C-9133-2CC0D0DE258A}" srcOrd="7" destOrd="0" presId="urn:microsoft.com/office/officeart/2005/8/layout/vProcess5"/>
    <dgm:cxn modelId="{2B1C0853-89C1-43DA-B75E-5474EB6F66F6}" type="presParOf" srcId="{022D6939-5987-4BCA-9375-AFA2CC3667A3}" destId="{5D6FF781-202B-4651-A8BA-2F6534103942}" srcOrd="8" destOrd="0" presId="urn:microsoft.com/office/officeart/2005/8/layout/vProcess5"/>
    <dgm:cxn modelId="{37D436E4-1BEF-4F44-89E3-65941DE8210C}" type="presParOf" srcId="{022D6939-5987-4BCA-9375-AFA2CC3667A3}" destId="{12CE2421-42FC-42DB-B543-89010DD7A0D0}" srcOrd="9" destOrd="0" presId="urn:microsoft.com/office/officeart/2005/8/layout/vProcess5"/>
    <dgm:cxn modelId="{8F9EA631-BFA7-442E-A440-E58A479BED4D}" type="presParOf" srcId="{022D6939-5987-4BCA-9375-AFA2CC3667A3}" destId="{099B36B4-C5BF-4120-9E3B-1795A0B99281}" srcOrd="10" destOrd="0" presId="urn:microsoft.com/office/officeart/2005/8/layout/vProcess5"/>
    <dgm:cxn modelId="{734CE788-6ACF-4FA4-9B5F-8A82DB5AFDAB}" type="presParOf" srcId="{022D6939-5987-4BCA-9375-AFA2CC3667A3}" destId="{4A079A8E-5AF9-4390-A179-E8F12CF18B50}" srcOrd="11" destOrd="0" presId="urn:microsoft.com/office/officeart/2005/8/layout/vProcess5"/>
    <dgm:cxn modelId="{74C5E8BA-DFB4-413C-BBB8-26A82D87CD81}" type="presParOf" srcId="{022D6939-5987-4BCA-9375-AFA2CC3667A3}" destId="{D219CA6D-B252-4EF4-9B07-5A40C6016AF7}" srcOrd="12" destOrd="0" presId="urn:microsoft.com/office/officeart/2005/8/layout/vProcess5"/>
    <dgm:cxn modelId="{BA481A13-8BF9-4A75-831E-4A5F36127B06}" type="presParOf" srcId="{022D6939-5987-4BCA-9375-AFA2CC3667A3}" destId="{DD24D561-1A15-46C7-AA5C-F3901CAFB865}" srcOrd="13" destOrd="0" presId="urn:microsoft.com/office/officeart/2005/8/layout/vProcess5"/>
    <dgm:cxn modelId="{A807A821-9487-48BF-B8A9-2B7B5B6F7E18}" type="presParOf" srcId="{022D6939-5987-4BCA-9375-AFA2CC3667A3}" destId="{8D8FE183-54DF-4BE0-A07D-661469E1D5D2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2D5D6B9-4673-40A6-B39F-DAC3CEA90F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81E5BA-BD1E-48F7-809D-E877509C9CFA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pPr algn="ctr"/>
          <a:r>
            <a:rPr lang="en-US" sz="2000" b="1" dirty="0"/>
            <a:t>Our analysis of historical climate data reveals a clear and consistent increase in global temperatures over time</a:t>
          </a:r>
        </a:p>
      </dgm:t>
    </dgm:pt>
    <dgm:pt modelId="{4215878A-4352-4C05-ACCA-AE4E5F296F8F}" type="parTrans" cxnId="{13B3BB44-8F41-40EF-9084-1FD03C96548B}">
      <dgm:prSet/>
      <dgm:spPr/>
      <dgm:t>
        <a:bodyPr/>
        <a:lstStyle/>
        <a:p>
          <a:endParaRPr lang="en-US"/>
        </a:p>
      </dgm:t>
    </dgm:pt>
    <dgm:pt modelId="{DFF7067B-6CBF-48B0-95DD-097BBF72E7EC}" type="sibTrans" cxnId="{13B3BB44-8F41-40EF-9084-1FD03C96548B}">
      <dgm:prSet/>
      <dgm:spPr/>
      <dgm:t>
        <a:bodyPr/>
        <a:lstStyle/>
        <a:p>
          <a:endParaRPr lang="en-US"/>
        </a:p>
      </dgm:t>
    </dgm:pt>
    <dgm:pt modelId="{35ABD606-EA2C-4D4E-B211-AB29CB0BD400}">
      <dgm:prSet/>
      <dgm:spPr/>
      <dgm:t>
        <a:bodyPr/>
        <a:lstStyle/>
        <a:p>
          <a:r>
            <a:rPr lang="en-US" dirty="0"/>
            <a:t>Warming trends become more pronounced beginning in the mid-19</a:t>
          </a:r>
          <a:r>
            <a:rPr lang="en-US" baseline="30000" dirty="0"/>
            <a:t>th</a:t>
          </a:r>
          <a:r>
            <a:rPr lang="en-US" dirty="0"/>
            <a:t> century and continue into the present </a:t>
          </a:r>
        </a:p>
      </dgm:t>
    </dgm:pt>
    <dgm:pt modelId="{62B7FF9C-63CA-41F7-97EC-E054E7A398FE}" type="parTrans" cxnId="{B289A661-07AB-4418-8624-EFD072C3277A}">
      <dgm:prSet/>
      <dgm:spPr/>
      <dgm:t>
        <a:bodyPr/>
        <a:lstStyle/>
        <a:p>
          <a:endParaRPr lang="en-US"/>
        </a:p>
      </dgm:t>
    </dgm:pt>
    <dgm:pt modelId="{4DEA8584-CD12-426B-AD1A-4A29F0AB899F}" type="sibTrans" cxnId="{B289A661-07AB-4418-8624-EFD072C3277A}">
      <dgm:prSet/>
      <dgm:spPr/>
      <dgm:t>
        <a:bodyPr/>
        <a:lstStyle/>
        <a:p>
          <a:endParaRPr lang="en-US"/>
        </a:p>
      </dgm:t>
    </dgm:pt>
    <dgm:pt modelId="{C1AFCBD0-4F3E-439F-BA40-D7838AF26C8B}">
      <dgm:prSet/>
      <dgm:spPr/>
      <dgm:t>
        <a:bodyPr/>
        <a:lstStyle/>
        <a:p>
          <a:r>
            <a:rPr lang="en-US"/>
            <a:t>Temperature changes vary across regions, city-level analysis shows that climate effects can differ significantly within countries </a:t>
          </a:r>
        </a:p>
      </dgm:t>
    </dgm:pt>
    <dgm:pt modelId="{77301283-820E-4F25-87AA-FB2437E5CF47}" type="parTrans" cxnId="{9BD6766C-D815-4B11-9D48-191A0C3DBED6}">
      <dgm:prSet/>
      <dgm:spPr/>
      <dgm:t>
        <a:bodyPr/>
        <a:lstStyle/>
        <a:p>
          <a:endParaRPr lang="en-US"/>
        </a:p>
      </dgm:t>
    </dgm:pt>
    <dgm:pt modelId="{982B36B3-B808-4498-A49E-C08B024F3DCC}" type="sibTrans" cxnId="{9BD6766C-D815-4B11-9D48-191A0C3DBED6}">
      <dgm:prSet/>
      <dgm:spPr/>
      <dgm:t>
        <a:bodyPr/>
        <a:lstStyle/>
        <a:p>
          <a:endParaRPr lang="en-US"/>
        </a:p>
      </dgm:t>
    </dgm:pt>
    <dgm:pt modelId="{9DC1F747-CF25-4366-B013-62242E3B3BE4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pPr algn="ctr"/>
          <a:r>
            <a:rPr lang="en-US" sz="2000" b="1" dirty="0"/>
            <a:t>Our findings reinforce the importance of data-driven analysis in understanding long-term climate change patters</a:t>
          </a:r>
        </a:p>
      </dgm:t>
    </dgm:pt>
    <dgm:pt modelId="{F76204F9-CA45-4CBF-B771-A577C59EECA1}" type="parTrans" cxnId="{81959389-E971-4781-88E4-067EBE275B73}">
      <dgm:prSet/>
      <dgm:spPr/>
      <dgm:t>
        <a:bodyPr/>
        <a:lstStyle/>
        <a:p>
          <a:endParaRPr lang="en-US"/>
        </a:p>
      </dgm:t>
    </dgm:pt>
    <dgm:pt modelId="{05B18DAE-90EC-44C0-B0CF-C7B48D1B4F88}" type="sibTrans" cxnId="{81959389-E971-4781-88E4-067EBE275B73}">
      <dgm:prSet/>
      <dgm:spPr/>
      <dgm:t>
        <a:bodyPr/>
        <a:lstStyle/>
        <a:p>
          <a:endParaRPr lang="en-US"/>
        </a:p>
      </dgm:t>
    </dgm:pt>
    <dgm:pt modelId="{96BC860D-A276-4242-A563-C4D318F3BF26}">
      <dgm:prSet/>
      <dgm:spPr/>
      <dgm:t>
        <a:bodyPr/>
        <a:lstStyle/>
        <a:p>
          <a:r>
            <a:rPr lang="en-US"/>
            <a:t>Implementation using Hadoop and Hive enabled efficient processing of large, multi-source datasets</a:t>
          </a:r>
        </a:p>
      </dgm:t>
    </dgm:pt>
    <dgm:pt modelId="{95F119D3-7622-4A69-9E3E-E26F95B4467E}" type="parTrans" cxnId="{E98E8E05-9199-46A2-8015-4A80D786695B}">
      <dgm:prSet/>
      <dgm:spPr/>
      <dgm:t>
        <a:bodyPr/>
        <a:lstStyle/>
        <a:p>
          <a:endParaRPr lang="en-US"/>
        </a:p>
      </dgm:t>
    </dgm:pt>
    <dgm:pt modelId="{869F32D0-9DCF-43D9-AEA4-30C2EBDAF785}" type="sibTrans" cxnId="{E98E8E05-9199-46A2-8015-4A80D786695B}">
      <dgm:prSet/>
      <dgm:spPr/>
      <dgm:t>
        <a:bodyPr/>
        <a:lstStyle/>
        <a:p>
          <a:endParaRPr lang="en-US"/>
        </a:p>
      </dgm:t>
    </dgm:pt>
    <dgm:pt modelId="{A6F07224-C5B3-4703-8542-9116B73CD3B9}">
      <dgm:prSet/>
      <dgm:spPr/>
      <dgm:t>
        <a:bodyPr/>
        <a:lstStyle/>
        <a:p>
          <a:r>
            <a:rPr lang="en-US"/>
            <a:t>Structured querying and data transformation allowed for accurate long-term tempo-spatial analysis </a:t>
          </a:r>
        </a:p>
      </dgm:t>
    </dgm:pt>
    <dgm:pt modelId="{2EB7BAF7-5B08-4F05-B055-67B15AE81B0B}" type="parTrans" cxnId="{B10A23E9-5A94-4434-8F3B-F3D965C22569}">
      <dgm:prSet/>
      <dgm:spPr/>
      <dgm:t>
        <a:bodyPr/>
        <a:lstStyle/>
        <a:p>
          <a:endParaRPr lang="en-US"/>
        </a:p>
      </dgm:t>
    </dgm:pt>
    <dgm:pt modelId="{97C9333F-32A8-4F38-9049-5592FF7D1B0D}" type="sibTrans" cxnId="{B10A23E9-5A94-4434-8F3B-F3D965C22569}">
      <dgm:prSet/>
      <dgm:spPr/>
      <dgm:t>
        <a:bodyPr/>
        <a:lstStyle/>
        <a:p>
          <a:endParaRPr lang="en-US"/>
        </a:p>
      </dgm:t>
    </dgm:pt>
    <dgm:pt modelId="{1130DA39-4279-4536-B8DD-6889E682D87B}">
      <dgm:prSet/>
      <dgm:spPr/>
      <dgm:t>
        <a:bodyPr/>
        <a:lstStyle/>
        <a:p>
          <a:r>
            <a:rPr lang="en-US" dirty="0"/>
            <a:t>Visualization tools helped translate complex data into interpretable insights </a:t>
          </a:r>
        </a:p>
      </dgm:t>
    </dgm:pt>
    <dgm:pt modelId="{1F840E82-3741-48C7-9F5F-17822B3C0D2F}" type="parTrans" cxnId="{CA594EEC-2FC6-4D79-913D-6A39221E12B1}">
      <dgm:prSet/>
      <dgm:spPr/>
      <dgm:t>
        <a:bodyPr/>
        <a:lstStyle/>
        <a:p>
          <a:endParaRPr lang="en-US"/>
        </a:p>
      </dgm:t>
    </dgm:pt>
    <dgm:pt modelId="{BE6A6D51-13FB-4D4C-906E-3058C7AA3E0E}" type="sibTrans" cxnId="{CA594EEC-2FC6-4D79-913D-6A39221E12B1}">
      <dgm:prSet/>
      <dgm:spPr/>
      <dgm:t>
        <a:bodyPr/>
        <a:lstStyle/>
        <a:p>
          <a:endParaRPr lang="en-US"/>
        </a:p>
      </dgm:t>
    </dgm:pt>
    <dgm:pt modelId="{82596690-52F9-4361-BE53-B03CD9723F41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pPr algn="ctr"/>
          <a:r>
            <a:rPr lang="en-US" sz="2000" b="1" dirty="0"/>
            <a:t>Overall, our project demonstrates how big data technologies can be applies to real-world environmental datasets</a:t>
          </a:r>
        </a:p>
      </dgm:t>
    </dgm:pt>
    <dgm:pt modelId="{2592FBBA-B271-45BE-9C6B-5CFDA7081C4B}" type="parTrans" cxnId="{46852A6F-0159-4A02-9960-60DA4509F038}">
      <dgm:prSet/>
      <dgm:spPr/>
      <dgm:t>
        <a:bodyPr/>
        <a:lstStyle/>
        <a:p>
          <a:endParaRPr lang="en-US"/>
        </a:p>
      </dgm:t>
    </dgm:pt>
    <dgm:pt modelId="{685C77E8-9D1E-4A40-B956-6F6267C979DE}" type="sibTrans" cxnId="{46852A6F-0159-4A02-9960-60DA4509F038}">
      <dgm:prSet/>
      <dgm:spPr/>
      <dgm:t>
        <a:bodyPr/>
        <a:lstStyle/>
        <a:p>
          <a:endParaRPr lang="en-US"/>
        </a:p>
      </dgm:t>
    </dgm:pt>
    <dgm:pt modelId="{C6792E15-50C8-4C7A-864A-F948025B1FA5}" type="pres">
      <dgm:prSet presAssocID="{92D5D6B9-4673-40A6-B39F-DAC3CEA90F3D}" presName="linear" presStyleCnt="0">
        <dgm:presLayoutVars>
          <dgm:animLvl val="lvl"/>
          <dgm:resizeHandles val="exact"/>
        </dgm:presLayoutVars>
      </dgm:prSet>
      <dgm:spPr/>
    </dgm:pt>
    <dgm:pt modelId="{B0BA6A70-7F92-49C9-9288-A95C99DBB314}" type="pres">
      <dgm:prSet presAssocID="{D081E5BA-BD1E-48F7-809D-E877509C9C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4683247-AB78-4ECC-8E91-DBBE75C28DA7}" type="pres">
      <dgm:prSet presAssocID="{D081E5BA-BD1E-48F7-809D-E877509C9CFA}" presName="childText" presStyleLbl="revTx" presStyleIdx="0" presStyleCnt="2">
        <dgm:presLayoutVars>
          <dgm:bulletEnabled val="1"/>
        </dgm:presLayoutVars>
      </dgm:prSet>
      <dgm:spPr/>
    </dgm:pt>
    <dgm:pt modelId="{6BE805CA-884E-467B-9963-1A2B135BD728}" type="pres">
      <dgm:prSet presAssocID="{9DC1F747-CF25-4366-B013-62242E3B3BE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B983196-7EAA-4AC6-9B19-FFDF15A4CD4A}" type="pres">
      <dgm:prSet presAssocID="{9DC1F747-CF25-4366-B013-62242E3B3BE4}" presName="childText" presStyleLbl="revTx" presStyleIdx="1" presStyleCnt="2">
        <dgm:presLayoutVars>
          <dgm:bulletEnabled val="1"/>
        </dgm:presLayoutVars>
      </dgm:prSet>
      <dgm:spPr/>
    </dgm:pt>
    <dgm:pt modelId="{480B3147-31B5-4E19-9D4B-1189A32E3043}" type="pres">
      <dgm:prSet presAssocID="{82596690-52F9-4361-BE53-B03CD9723F4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98E8E05-9199-46A2-8015-4A80D786695B}" srcId="{9DC1F747-CF25-4366-B013-62242E3B3BE4}" destId="{96BC860D-A276-4242-A563-C4D318F3BF26}" srcOrd="0" destOrd="0" parTransId="{95F119D3-7622-4A69-9E3E-E26F95B4467E}" sibTransId="{869F32D0-9DCF-43D9-AEA4-30C2EBDAF785}"/>
    <dgm:cxn modelId="{35995A08-26A8-4F13-A82D-F0D75108EF87}" type="presOf" srcId="{35ABD606-EA2C-4D4E-B211-AB29CB0BD400}" destId="{44683247-AB78-4ECC-8E91-DBBE75C28DA7}" srcOrd="0" destOrd="0" presId="urn:microsoft.com/office/officeart/2005/8/layout/vList2"/>
    <dgm:cxn modelId="{E093DD1C-84E3-4118-A75D-3C9DB86154C2}" type="presOf" srcId="{96BC860D-A276-4242-A563-C4D318F3BF26}" destId="{6B983196-7EAA-4AC6-9B19-FFDF15A4CD4A}" srcOrd="0" destOrd="0" presId="urn:microsoft.com/office/officeart/2005/8/layout/vList2"/>
    <dgm:cxn modelId="{3A21B15F-761B-4AFC-AF78-B3CE6B698E25}" type="presOf" srcId="{C1AFCBD0-4F3E-439F-BA40-D7838AF26C8B}" destId="{44683247-AB78-4ECC-8E91-DBBE75C28DA7}" srcOrd="0" destOrd="1" presId="urn:microsoft.com/office/officeart/2005/8/layout/vList2"/>
    <dgm:cxn modelId="{B289A661-07AB-4418-8624-EFD072C3277A}" srcId="{D081E5BA-BD1E-48F7-809D-E877509C9CFA}" destId="{35ABD606-EA2C-4D4E-B211-AB29CB0BD400}" srcOrd="0" destOrd="0" parTransId="{62B7FF9C-63CA-41F7-97EC-E054E7A398FE}" sibTransId="{4DEA8584-CD12-426B-AD1A-4A29F0AB899F}"/>
    <dgm:cxn modelId="{13B3BB44-8F41-40EF-9084-1FD03C96548B}" srcId="{92D5D6B9-4673-40A6-B39F-DAC3CEA90F3D}" destId="{D081E5BA-BD1E-48F7-809D-E877509C9CFA}" srcOrd="0" destOrd="0" parTransId="{4215878A-4352-4C05-ACCA-AE4E5F296F8F}" sibTransId="{DFF7067B-6CBF-48B0-95DD-097BBF72E7EC}"/>
    <dgm:cxn modelId="{084D5D4B-F8AC-4443-8BC1-EE61A7FCBAA8}" type="presOf" srcId="{1130DA39-4279-4536-B8DD-6889E682D87B}" destId="{6B983196-7EAA-4AC6-9B19-FFDF15A4CD4A}" srcOrd="0" destOrd="2" presId="urn:microsoft.com/office/officeart/2005/8/layout/vList2"/>
    <dgm:cxn modelId="{9BD6766C-D815-4B11-9D48-191A0C3DBED6}" srcId="{D081E5BA-BD1E-48F7-809D-E877509C9CFA}" destId="{C1AFCBD0-4F3E-439F-BA40-D7838AF26C8B}" srcOrd="1" destOrd="0" parTransId="{77301283-820E-4F25-87AA-FB2437E5CF47}" sibTransId="{982B36B3-B808-4498-A49E-C08B024F3DCC}"/>
    <dgm:cxn modelId="{FC7ABA6C-D6C1-4C25-B0A8-0C65569E4555}" type="presOf" srcId="{82596690-52F9-4361-BE53-B03CD9723F41}" destId="{480B3147-31B5-4E19-9D4B-1189A32E3043}" srcOrd="0" destOrd="0" presId="urn:microsoft.com/office/officeart/2005/8/layout/vList2"/>
    <dgm:cxn modelId="{46852A6F-0159-4A02-9960-60DA4509F038}" srcId="{92D5D6B9-4673-40A6-B39F-DAC3CEA90F3D}" destId="{82596690-52F9-4361-BE53-B03CD9723F41}" srcOrd="2" destOrd="0" parTransId="{2592FBBA-B271-45BE-9C6B-5CFDA7081C4B}" sibTransId="{685C77E8-9D1E-4A40-B956-6F6267C979DE}"/>
    <dgm:cxn modelId="{46A79250-BCB5-477D-8E04-C3345C4572E2}" type="presOf" srcId="{A6F07224-C5B3-4703-8542-9116B73CD3B9}" destId="{6B983196-7EAA-4AC6-9B19-FFDF15A4CD4A}" srcOrd="0" destOrd="1" presId="urn:microsoft.com/office/officeart/2005/8/layout/vList2"/>
    <dgm:cxn modelId="{53C2B679-EAAE-4D4B-B8E8-99FA6A743F5A}" type="presOf" srcId="{D081E5BA-BD1E-48F7-809D-E877509C9CFA}" destId="{B0BA6A70-7F92-49C9-9288-A95C99DBB314}" srcOrd="0" destOrd="0" presId="urn:microsoft.com/office/officeart/2005/8/layout/vList2"/>
    <dgm:cxn modelId="{81959389-E971-4781-88E4-067EBE275B73}" srcId="{92D5D6B9-4673-40A6-B39F-DAC3CEA90F3D}" destId="{9DC1F747-CF25-4366-B013-62242E3B3BE4}" srcOrd="1" destOrd="0" parTransId="{F76204F9-CA45-4CBF-B771-A577C59EECA1}" sibTransId="{05B18DAE-90EC-44C0-B0CF-C7B48D1B4F88}"/>
    <dgm:cxn modelId="{EFF4CBAF-9FCB-4293-971B-088ACF0D9A01}" type="presOf" srcId="{9DC1F747-CF25-4366-B013-62242E3B3BE4}" destId="{6BE805CA-884E-467B-9963-1A2B135BD728}" srcOrd="0" destOrd="0" presId="urn:microsoft.com/office/officeart/2005/8/layout/vList2"/>
    <dgm:cxn modelId="{A2CC53E6-6FA3-4791-9FB9-70833860299A}" type="presOf" srcId="{92D5D6B9-4673-40A6-B39F-DAC3CEA90F3D}" destId="{C6792E15-50C8-4C7A-864A-F948025B1FA5}" srcOrd="0" destOrd="0" presId="urn:microsoft.com/office/officeart/2005/8/layout/vList2"/>
    <dgm:cxn modelId="{B10A23E9-5A94-4434-8F3B-F3D965C22569}" srcId="{9DC1F747-CF25-4366-B013-62242E3B3BE4}" destId="{A6F07224-C5B3-4703-8542-9116B73CD3B9}" srcOrd="1" destOrd="0" parTransId="{2EB7BAF7-5B08-4F05-B055-67B15AE81B0B}" sibTransId="{97C9333F-32A8-4F38-9049-5592FF7D1B0D}"/>
    <dgm:cxn modelId="{CA594EEC-2FC6-4D79-913D-6A39221E12B1}" srcId="{9DC1F747-CF25-4366-B013-62242E3B3BE4}" destId="{1130DA39-4279-4536-B8DD-6889E682D87B}" srcOrd="2" destOrd="0" parTransId="{1F840E82-3741-48C7-9F5F-17822B3C0D2F}" sibTransId="{BE6A6D51-13FB-4D4C-906E-3058C7AA3E0E}"/>
    <dgm:cxn modelId="{E640FC60-27B1-4414-BE1E-409E31371350}" type="presParOf" srcId="{C6792E15-50C8-4C7A-864A-F948025B1FA5}" destId="{B0BA6A70-7F92-49C9-9288-A95C99DBB314}" srcOrd="0" destOrd="0" presId="urn:microsoft.com/office/officeart/2005/8/layout/vList2"/>
    <dgm:cxn modelId="{0AF0C12E-3B22-4B76-A40B-1890C0AD022B}" type="presParOf" srcId="{C6792E15-50C8-4C7A-864A-F948025B1FA5}" destId="{44683247-AB78-4ECC-8E91-DBBE75C28DA7}" srcOrd="1" destOrd="0" presId="urn:microsoft.com/office/officeart/2005/8/layout/vList2"/>
    <dgm:cxn modelId="{18394B19-8D50-4487-B6EC-290605FE2BD0}" type="presParOf" srcId="{C6792E15-50C8-4C7A-864A-F948025B1FA5}" destId="{6BE805CA-884E-467B-9963-1A2B135BD728}" srcOrd="2" destOrd="0" presId="urn:microsoft.com/office/officeart/2005/8/layout/vList2"/>
    <dgm:cxn modelId="{38E2A1E9-09A0-4399-A307-A285D4922743}" type="presParOf" srcId="{C6792E15-50C8-4C7A-864A-F948025B1FA5}" destId="{6B983196-7EAA-4AC6-9B19-FFDF15A4CD4A}" srcOrd="3" destOrd="0" presId="urn:microsoft.com/office/officeart/2005/8/layout/vList2"/>
    <dgm:cxn modelId="{7348D1EC-63CC-41D4-8AE8-9B6E0D84531E}" type="presParOf" srcId="{C6792E15-50C8-4C7A-864A-F948025B1FA5}" destId="{480B3147-31B5-4E19-9D4B-1189A32E304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385C4E-A10E-4C87-A6B4-408AE6E36BA1}">
      <dsp:nvSpPr>
        <dsp:cNvPr id="0" name=""/>
        <dsp:cNvSpPr/>
      </dsp:nvSpPr>
      <dsp:spPr>
        <a:xfrm>
          <a:off x="0" y="2369"/>
          <a:ext cx="6794938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BB6FDBA-56CA-491E-A405-FE1BA62A7F7B}">
      <dsp:nvSpPr>
        <dsp:cNvPr id="0" name=""/>
        <dsp:cNvSpPr/>
      </dsp:nvSpPr>
      <dsp:spPr>
        <a:xfrm>
          <a:off x="0" y="2369"/>
          <a:ext cx="6794938" cy="808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Introduction &amp; Significance</a:t>
          </a:r>
        </a:p>
      </dsp:txBody>
      <dsp:txXfrm>
        <a:off x="0" y="2369"/>
        <a:ext cx="6794938" cy="808138"/>
      </dsp:txXfrm>
    </dsp:sp>
    <dsp:sp modelId="{6DC9AC0D-D579-4CB6-8120-B8F13CFF1A0C}">
      <dsp:nvSpPr>
        <dsp:cNvPr id="0" name=""/>
        <dsp:cNvSpPr/>
      </dsp:nvSpPr>
      <dsp:spPr>
        <a:xfrm>
          <a:off x="0" y="810508"/>
          <a:ext cx="6794938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9546531-CF8E-4FC0-88DF-EEDC639B9474}">
      <dsp:nvSpPr>
        <dsp:cNvPr id="0" name=""/>
        <dsp:cNvSpPr/>
      </dsp:nvSpPr>
      <dsp:spPr>
        <a:xfrm>
          <a:off x="0" y="810508"/>
          <a:ext cx="6794938" cy="808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Dataset Overview</a:t>
          </a:r>
        </a:p>
      </dsp:txBody>
      <dsp:txXfrm>
        <a:off x="0" y="810508"/>
        <a:ext cx="6794938" cy="808138"/>
      </dsp:txXfrm>
    </dsp:sp>
    <dsp:sp modelId="{F08FD106-36A5-469D-B477-9B456C839DA7}">
      <dsp:nvSpPr>
        <dsp:cNvPr id="0" name=""/>
        <dsp:cNvSpPr/>
      </dsp:nvSpPr>
      <dsp:spPr>
        <a:xfrm>
          <a:off x="0" y="1618647"/>
          <a:ext cx="6794938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F4D9818-D51E-4CE1-86E3-5FA5BECBE17A}">
      <dsp:nvSpPr>
        <dsp:cNvPr id="0" name=""/>
        <dsp:cNvSpPr/>
      </dsp:nvSpPr>
      <dsp:spPr>
        <a:xfrm>
          <a:off x="0" y="1618647"/>
          <a:ext cx="6794938" cy="808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Methodology (Hadoop + Processing)</a:t>
          </a:r>
        </a:p>
      </dsp:txBody>
      <dsp:txXfrm>
        <a:off x="0" y="1618647"/>
        <a:ext cx="6794938" cy="808138"/>
      </dsp:txXfrm>
    </dsp:sp>
    <dsp:sp modelId="{0330F289-7D9B-45AA-AA27-9FD87C3B25D7}">
      <dsp:nvSpPr>
        <dsp:cNvPr id="0" name=""/>
        <dsp:cNvSpPr/>
      </dsp:nvSpPr>
      <dsp:spPr>
        <a:xfrm>
          <a:off x="0" y="2426785"/>
          <a:ext cx="6794938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AD54719-DEC2-4E76-AE3C-16EAE1F3710B}">
      <dsp:nvSpPr>
        <dsp:cNvPr id="0" name=""/>
        <dsp:cNvSpPr/>
      </dsp:nvSpPr>
      <dsp:spPr>
        <a:xfrm>
          <a:off x="0" y="2426786"/>
          <a:ext cx="6794938" cy="808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Results &amp; Visualizations</a:t>
          </a:r>
          <a:endParaRPr lang="en-US" sz="2800" b="1" kern="1200" dirty="0">
            <a:latin typeface="Univers Condensed"/>
          </a:endParaRPr>
        </a:p>
      </dsp:txBody>
      <dsp:txXfrm>
        <a:off x="0" y="2426786"/>
        <a:ext cx="6794938" cy="808138"/>
      </dsp:txXfrm>
    </dsp:sp>
    <dsp:sp modelId="{4ED07268-89B5-4FB7-86CF-16B40817FC38}">
      <dsp:nvSpPr>
        <dsp:cNvPr id="0" name=""/>
        <dsp:cNvSpPr/>
      </dsp:nvSpPr>
      <dsp:spPr>
        <a:xfrm>
          <a:off x="0" y="3234924"/>
          <a:ext cx="6794938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95D41B7-D4E8-4841-A403-FEFAA48A4BBE}">
      <dsp:nvSpPr>
        <dsp:cNvPr id="0" name=""/>
        <dsp:cNvSpPr/>
      </dsp:nvSpPr>
      <dsp:spPr>
        <a:xfrm>
          <a:off x="0" y="3234924"/>
          <a:ext cx="6794938" cy="808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Key Insights</a:t>
          </a:r>
          <a:endParaRPr lang="en-US" sz="2800" b="1" kern="1200" dirty="0">
            <a:latin typeface="Univers Condensed"/>
          </a:endParaRPr>
        </a:p>
      </dsp:txBody>
      <dsp:txXfrm>
        <a:off x="0" y="3234924"/>
        <a:ext cx="6794938" cy="808138"/>
      </dsp:txXfrm>
    </dsp:sp>
    <dsp:sp modelId="{EF62AAEA-43C8-4EFC-A5A9-CC8EBD1949A6}">
      <dsp:nvSpPr>
        <dsp:cNvPr id="0" name=""/>
        <dsp:cNvSpPr/>
      </dsp:nvSpPr>
      <dsp:spPr>
        <a:xfrm>
          <a:off x="0" y="4043063"/>
          <a:ext cx="6794938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8AA280-ECF9-41E6-9E99-566181645508}">
      <dsp:nvSpPr>
        <dsp:cNvPr id="0" name=""/>
        <dsp:cNvSpPr/>
      </dsp:nvSpPr>
      <dsp:spPr>
        <a:xfrm>
          <a:off x="0" y="4043063"/>
          <a:ext cx="6794938" cy="808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Conclusion</a:t>
          </a:r>
          <a:endParaRPr lang="en-US" sz="2800" b="1" kern="1200" dirty="0">
            <a:latin typeface="Univers Condensed"/>
          </a:endParaRPr>
        </a:p>
      </dsp:txBody>
      <dsp:txXfrm>
        <a:off x="0" y="4043063"/>
        <a:ext cx="6794938" cy="8081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D1CD02-091D-47C3-B170-C65351C6D5A1}">
      <dsp:nvSpPr>
        <dsp:cNvPr id="0" name=""/>
        <dsp:cNvSpPr/>
      </dsp:nvSpPr>
      <dsp:spPr>
        <a:xfrm>
          <a:off x="0" y="460335"/>
          <a:ext cx="3065464" cy="1839278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Climate change is a critical global issue with widespread environmental, economic, and societal impacts. </a:t>
          </a:r>
        </a:p>
      </dsp:txBody>
      <dsp:txXfrm>
        <a:off x="0" y="460335"/>
        <a:ext cx="3065464" cy="1839278"/>
      </dsp:txXfrm>
    </dsp:sp>
    <dsp:sp modelId="{D8D4F8B6-811B-4446-85A0-E84827F0EBAD}">
      <dsp:nvSpPr>
        <dsp:cNvPr id="0" name=""/>
        <dsp:cNvSpPr/>
      </dsp:nvSpPr>
      <dsp:spPr>
        <a:xfrm>
          <a:off x="5550513" y="2588969"/>
          <a:ext cx="3065464" cy="1839278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Our analysis identifies long-term patterns and regional variations in global temperature change.</a:t>
          </a:r>
        </a:p>
      </dsp:txBody>
      <dsp:txXfrm>
        <a:off x="5550513" y="2588969"/>
        <a:ext cx="3065464" cy="1839278"/>
      </dsp:txXfrm>
    </dsp:sp>
    <dsp:sp modelId="{7D3E9A92-3D29-4A74-B196-1ABDAD888F73}">
      <dsp:nvSpPr>
        <dsp:cNvPr id="0" name=""/>
        <dsp:cNvSpPr/>
      </dsp:nvSpPr>
      <dsp:spPr>
        <a:xfrm>
          <a:off x="3299635" y="406444"/>
          <a:ext cx="3065464" cy="1839278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Large-scale climate datasets require distributed computing and big data-driven methods for effective analysis. </a:t>
          </a:r>
        </a:p>
      </dsp:txBody>
      <dsp:txXfrm>
        <a:off x="3299635" y="406444"/>
        <a:ext cx="3065464" cy="1839278"/>
      </dsp:txXfrm>
    </dsp:sp>
    <dsp:sp modelId="{C4F92469-7580-4345-974E-DADB250996C5}">
      <dsp:nvSpPr>
        <dsp:cNvPr id="0" name=""/>
        <dsp:cNvSpPr/>
      </dsp:nvSpPr>
      <dsp:spPr>
        <a:xfrm>
          <a:off x="1686005" y="2606160"/>
          <a:ext cx="3065464" cy="1839278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+mn-lt"/>
            </a:rPr>
            <a:t>Our project analyzes historical temperature trends across multiple time periods. </a:t>
          </a:r>
        </a:p>
      </dsp:txBody>
      <dsp:txXfrm>
        <a:off x="1686005" y="2606160"/>
        <a:ext cx="3065464" cy="1839278"/>
      </dsp:txXfrm>
    </dsp:sp>
    <dsp:sp modelId="{AABB3B9B-7B85-4A72-AFF0-994CDD842FD6}">
      <dsp:nvSpPr>
        <dsp:cNvPr id="0" name=""/>
        <dsp:cNvSpPr/>
      </dsp:nvSpPr>
      <dsp:spPr>
        <a:xfrm>
          <a:off x="6511138" y="405721"/>
          <a:ext cx="3065464" cy="1839278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Comparative analysis is conducted across countries, states, and major cities.</a:t>
          </a:r>
          <a:endParaRPr lang="en-US" sz="2000" b="1" kern="1200" dirty="0">
            <a:latin typeface="Univers Condensed"/>
          </a:endParaRPr>
        </a:p>
      </dsp:txBody>
      <dsp:txXfrm>
        <a:off x="6511138" y="405721"/>
        <a:ext cx="3065464" cy="18392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7E953-ED91-4C3A-8886-99F5CDB313E9}">
      <dsp:nvSpPr>
        <dsp:cNvPr id="0" name=""/>
        <dsp:cNvSpPr/>
      </dsp:nvSpPr>
      <dsp:spPr>
        <a:xfrm>
          <a:off x="3212382" y="1220164"/>
          <a:ext cx="5453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538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470676" y="1263001"/>
        <a:ext cx="28799" cy="5765"/>
      </dsp:txXfrm>
    </dsp:sp>
    <dsp:sp modelId="{00FF0FE5-401B-4D5E-BB11-94F5BF86B59A}">
      <dsp:nvSpPr>
        <dsp:cNvPr id="0" name=""/>
        <dsp:cNvSpPr/>
      </dsp:nvSpPr>
      <dsp:spPr>
        <a:xfrm>
          <a:off x="10193" y="489647"/>
          <a:ext cx="3203989" cy="1552474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712" tIns="128808" rIns="122712" bIns="12880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Create </a:t>
          </a:r>
          <a:r>
            <a:rPr lang="en-US" sz="2000" b="1" kern="1200" baseline="0" dirty="0"/>
            <a:t>cleaned</a:t>
          </a:r>
          <a:r>
            <a:rPr lang="en-US" sz="2000" b="1" kern="1200" dirty="0"/>
            <a:t> tables using Hive queries</a:t>
          </a:r>
        </a:p>
      </dsp:txBody>
      <dsp:txXfrm>
        <a:off x="10193" y="489647"/>
        <a:ext cx="3203989" cy="1552474"/>
      </dsp:txXfrm>
    </dsp:sp>
    <dsp:sp modelId="{7FAFA345-23FF-4EEB-8AA7-78F8E41E2C7D}">
      <dsp:nvSpPr>
        <dsp:cNvPr id="0" name=""/>
        <dsp:cNvSpPr/>
      </dsp:nvSpPr>
      <dsp:spPr>
        <a:xfrm>
          <a:off x="6738298" y="1220164"/>
          <a:ext cx="5453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5386" y="45720"/>
              </a:lnTo>
            </a:path>
          </a:pathLst>
        </a:custGeom>
        <a:noFill/>
        <a:ln w="6350" cap="flat" cmpd="sng" algn="ctr">
          <a:solidFill>
            <a:schemeClr val="accent2">
              <a:hueOff val="-101803"/>
              <a:satOff val="-873"/>
              <a:lumOff val="-578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6996592" y="1263001"/>
        <a:ext cx="28799" cy="5765"/>
      </dsp:txXfrm>
    </dsp:sp>
    <dsp:sp modelId="{C0152179-05C0-469F-871D-C871A1CE447C}">
      <dsp:nvSpPr>
        <dsp:cNvPr id="0" name=""/>
        <dsp:cNvSpPr/>
      </dsp:nvSpPr>
      <dsp:spPr>
        <a:xfrm>
          <a:off x="3790169" y="489647"/>
          <a:ext cx="2949928" cy="1552474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712" tIns="128808" rIns="122712" bIns="12880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Remove null values </a:t>
          </a:r>
        </a:p>
      </dsp:txBody>
      <dsp:txXfrm>
        <a:off x="3790169" y="489647"/>
        <a:ext cx="2949928" cy="1552474"/>
      </dsp:txXfrm>
    </dsp:sp>
    <dsp:sp modelId="{F7BD683C-03A1-4226-BC60-5FE6970A46CF}">
      <dsp:nvSpPr>
        <dsp:cNvPr id="0" name=""/>
        <dsp:cNvSpPr/>
      </dsp:nvSpPr>
      <dsp:spPr>
        <a:xfrm>
          <a:off x="1988370" y="2040322"/>
          <a:ext cx="6802679" cy="545386"/>
        </a:xfrm>
        <a:custGeom>
          <a:avLst/>
          <a:gdLst/>
          <a:ahLst/>
          <a:cxnLst/>
          <a:rect l="0" t="0" r="0" b="0"/>
          <a:pathLst>
            <a:path>
              <a:moveTo>
                <a:pt x="6802679" y="0"/>
              </a:moveTo>
              <a:lnTo>
                <a:pt x="6802679" y="289793"/>
              </a:lnTo>
              <a:lnTo>
                <a:pt x="0" y="289793"/>
              </a:lnTo>
              <a:lnTo>
                <a:pt x="0" y="545386"/>
              </a:lnTo>
            </a:path>
          </a:pathLst>
        </a:custGeom>
        <a:noFill/>
        <a:ln w="6350" cap="flat" cmpd="sng" algn="ctr">
          <a:solidFill>
            <a:schemeClr val="accent2">
              <a:hueOff val="-203606"/>
              <a:satOff val="-1745"/>
              <a:lumOff val="-1156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5219034" y="2310132"/>
        <a:ext cx="341351" cy="5765"/>
      </dsp:txXfrm>
    </dsp:sp>
    <dsp:sp modelId="{8BDD507F-6208-4EDF-B8CA-1CF9B8321A6B}">
      <dsp:nvSpPr>
        <dsp:cNvPr id="0" name=""/>
        <dsp:cNvSpPr/>
      </dsp:nvSpPr>
      <dsp:spPr>
        <a:xfrm>
          <a:off x="7316085" y="489647"/>
          <a:ext cx="2949928" cy="1552474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712" tIns="128808" rIns="122712" bIns="12880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Extract year and month from </a:t>
          </a:r>
          <a:r>
            <a:rPr lang="en-US" sz="2000" b="1" i="1" kern="1200" dirty="0"/>
            <a:t>date </a:t>
          </a:r>
          <a:r>
            <a:rPr lang="en-US" sz="2000" b="1" kern="1200" dirty="0"/>
            <a:t>field for temporal analysis</a:t>
          </a:r>
        </a:p>
      </dsp:txBody>
      <dsp:txXfrm>
        <a:off x="7316085" y="489647"/>
        <a:ext cx="2949928" cy="1552474"/>
      </dsp:txXfrm>
    </dsp:sp>
    <dsp:sp modelId="{1211D51D-FA47-44F9-9988-07EF1FA7B41C}">
      <dsp:nvSpPr>
        <dsp:cNvPr id="0" name=""/>
        <dsp:cNvSpPr/>
      </dsp:nvSpPr>
      <dsp:spPr>
        <a:xfrm>
          <a:off x="3964746" y="3348626"/>
          <a:ext cx="5453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5386" y="45720"/>
              </a:lnTo>
            </a:path>
          </a:pathLst>
        </a:custGeom>
        <a:noFill/>
        <a:ln w="6350" cap="flat" cmpd="sng" algn="ctr">
          <a:solidFill>
            <a:schemeClr val="accent2">
              <a:hueOff val="-305410"/>
              <a:satOff val="-2618"/>
              <a:lumOff val="-1735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4223040" y="3391463"/>
        <a:ext cx="28799" cy="5765"/>
      </dsp:txXfrm>
    </dsp:sp>
    <dsp:sp modelId="{DFFBD4D1-AE71-4AF8-AEB2-924F50F3D993}">
      <dsp:nvSpPr>
        <dsp:cNvPr id="0" name=""/>
        <dsp:cNvSpPr/>
      </dsp:nvSpPr>
      <dsp:spPr>
        <a:xfrm>
          <a:off x="10193" y="2618108"/>
          <a:ext cx="3956353" cy="1552474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712" tIns="128808" rIns="122712" bIns="27432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Create separate cleaned datasets: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 dirty="0"/>
            <a:t>Land_temp_by_country_clean</a:t>
          </a:r>
          <a:endParaRPr lang="en-US" sz="20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 dirty="0"/>
            <a:t>Land_temp_by_city_clean </a:t>
          </a:r>
          <a:endParaRPr lang="en-US" sz="20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 dirty="0"/>
            <a:t>Global_temperatures_clean </a:t>
          </a:r>
          <a:endParaRPr lang="en-US" sz="2000" b="1" kern="1200" dirty="0"/>
        </a:p>
      </dsp:txBody>
      <dsp:txXfrm>
        <a:off x="10193" y="2618108"/>
        <a:ext cx="3956353" cy="1552474"/>
      </dsp:txXfrm>
    </dsp:sp>
    <dsp:sp modelId="{76601CDB-2A28-4206-B238-D07661B4D9F0}">
      <dsp:nvSpPr>
        <dsp:cNvPr id="0" name=""/>
        <dsp:cNvSpPr/>
      </dsp:nvSpPr>
      <dsp:spPr>
        <a:xfrm>
          <a:off x="7490662" y="3348626"/>
          <a:ext cx="5453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5386" y="45720"/>
              </a:lnTo>
            </a:path>
          </a:pathLst>
        </a:custGeom>
        <a:noFill/>
        <a:ln w="6350" cap="flat" cmpd="sng" algn="ctr">
          <a:solidFill>
            <a:schemeClr val="accent2">
              <a:hueOff val="-407213"/>
              <a:satOff val="-3490"/>
              <a:lumOff val="-2313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7748956" y="3391463"/>
        <a:ext cx="28799" cy="5765"/>
      </dsp:txXfrm>
    </dsp:sp>
    <dsp:sp modelId="{FC4F12B3-748D-4712-AA87-EA3138BB0B2D}">
      <dsp:nvSpPr>
        <dsp:cNvPr id="0" name=""/>
        <dsp:cNvSpPr/>
      </dsp:nvSpPr>
      <dsp:spPr>
        <a:xfrm>
          <a:off x="4542533" y="2618108"/>
          <a:ext cx="2949928" cy="1552474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712" tIns="128808" rIns="122712" bIns="12880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Retain key attributes: temperature, uncertainty, location and coordinates</a:t>
          </a:r>
        </a:p>
      </dsp:txBody>
      <dsp:txXfrm>
        <a:off x="4542533" y="2618108"/>
        <a:ext cx="2949928" cy="1552474"/>
      </dsp:txXfrm>
    </dsp:sp>
    <dsp:sp modelId="{CE7C4156-F9CE-46A8-960D-60A612629CBA}">
      <dsp:nvSpPr>
        <dsp:cNvPr id="0" name=""/>
        <dsp:cNvSpPr/>
      </dsp:nvSpPr>
      <dsp:spPr>
        <a:xfrm>
          <a:off x="8068449" y="2618108"/>
          <a:ext cx="2949928" cy="1552474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712" tIns="128808" rIns="122712" bIns="12880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Improve query performants and ensure consistency across datasets</a:t>
          </a:r>
        </a:p>
      </dsp:txBody>
      <dsp:txXfrm>
        <a:off x="8068449" y="2618108"/>
        <a:ext cx="2949928" cy="15524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7E953-ED91-4C3A-8886-99F5CDB313E9}">
      <dsp:nvSpPr>
        <dsp:cNvPr id="0" name=""/>
        <dsp:cNvSpPr/>
      </dsp:nvSpPr>
      <dsp:spPr>
        <a:xfrm>
          <a:off x="3419012" y="1148456"/>
          <a:ext cx="5841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4197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695740" y="1191102"/>
        <a:ext cx="30739" cy="6147"/>
      </dsp:txXfrm>
    </dsp:sp>
    <dsp:sp modelId="{00FF0FE5-401B-4D5E-BB11-94F5BF86B59A}">
      <dsp:nvSpPr>
        <dsp:cNvPr id="0" name=""/>
        <dsp:cNvSpPr/>
      </dsp:nvSpPr>
      <dsp:spPr>
        <a:xfrm>
          <a:off x="935" y="365635"/>
          <a:ext cx="3419876" cy="1657081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81" tIns="137487" rIns="130981" bIns="13748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Compute global yearly temperature averages using Hive aggregation</a:t>
          </a:r>
        </a:p>
      </dsp:txBody>
      <dsp:txXfrm>
        <a:off x="935" y="365635"/>
        <a:ext cx="3419876" cy="1657081"/>
      </dsp:txXfrm>
    </dsp:sp>
    <dsp:sp modelId="{7FAFA345-23FF-4EEB-8AA7-78F8E41E2C7D}">
      <dsp:nvSpPr>
        <dsp:cNvPr id="0" name=""/>
        <dsp:cNvSpPr/>
      </dsp:nvSpPr>
      <dsp:spPr>
        <a:xfrm>
          <a:off x="7182506" y="1148456"/>
          <a:ext cx="5841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4197" y="45720"/>
              </a:lnTo>
            </a:path>
          </a:pathLst>
        </a:custGeom>
        <a:noFill/>
        <a:ln w="6350" cap="flat" cmpd="sng" algn="ctr">
          <a:solidFill>
            <a:schemeClr val="accent2">
              <a:hueOff val="-101803"/>
              <a:satOff val="-873"/>
              <a:lumOff val="-578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7459235" y="1191102"/>
        <a:ext cx="30739" cy="6147"/>
      </dsp:txXfrm>
    </dsp:sp>
    <dsp:sp modelId="{C0152179-05C0-469F-871D-C871A1CE447C}">
      <dsp:nvSpPr>
        <dsp:cNvPr id="0" name=""/>
        <dsp:cNvSpPr/>
      </dsp:nvSpPr>
      <dsp:spPr>
        <a:xfrm>
          <a:off x="4035609" y="365635"/>
          <a:ext cx="3148697" cy="1657081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81" tIns="137487" rIns="130981" bIns="13748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Calculate country-level average temperatures and rankings</a:t>
          </a:r>
        </a:p>
      </dsp:txBody>
      <dsp:txXfrm>
        <a:off x="4035609" y="365635"/>
        <a:ext cx="3148697" cy="1657081"/>
      </dsp:txXfrm>
    </dsp:sp>
    <dsp:sp modelId="{F7BD683C-03A1-4226-BC60-5FE6970A46CF}">
      <dsp:nvSpPr>
        <dsp:cNvPr id="0" name=""/>
        <dsp:cNvSpPr/>
      </dsp:nvSpPr>
      <dsp:spPr>
        <a:xfrm>
          <a:off x="1710860" y="2020916"/>
          <a:ext cx="7662592" cy="585207"/>
        </a:xfrm>
        <a:custGeom>
          <a:avLst/>
          <a:gdLst/>
          <a:ahLst/>
          <a:cxnLst/>
          <a:rect l="0" t="0" r="0" b="0"/>
          <a:pathLst>
            <a:path>
              <a:moveTo>
                <a:pt x="7662592" y="0"/>
              </a:moveTo>
              <a:lnTo>
                <a:pt x="7662592" y="309703"/>
              </a:lnTo>
              <a:lnTo>
                <a:pt x="0" y="309703"/>
              </a:lnTo>
              <a:lnTo>
                <a:pt x="0" y="585207"/>
              </a:lnTo>
            </a:path>
          </a:pathLst>
        </a:custGeom>
        <a:noFill/>
        <a:ln w="6350" cap="flat" cmpd="sng" algn="ctr">
          <a:solidFill>
            <a:schemeClr val="accent2">
              <a:hueOff val="-203606"/>
              <a:satOff val="-1745"/>
              <a:lumOff val="-1156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5349974" y="2310446"/>
        <a:ext cx="384364" cy="6147"/>
      </dsp:txXfrm>
    </dsp:sp>
    <dsp:sp modelId="{8BDD507F-6208-4EDF-B8CA-1CF9B8321A6B}">
      <dsp:nvSpPr>
        <dsp:cNvPr id="0" name=""/>
        <dsp:cNvSpPr/>
      </dsp:nvSpPr>
      <dsp:spPr>
        <a:xfrm>
          <a:off x="7799103" y="365635"/>
          <a:ext cx="3148697" cy="1657081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81" tIns="137487" rIns="130981" bIns="13748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Analyze temperature change between early and recent periods</a:t>
          </a:r>
        </a:p>
      </dsp:txBody>
      <dsp:txXfrm>
        <a:off x="7799103" y="365635"/>
        <a:ext cx="3148697" cy="1657081"/>
      </dsp:txXfrm>
    </dsp:sp>
    <dsp:sp modelId="{1211D51D-FA47-44F9-9988-07EF1FA7B41C}">
      <dsp:nvSpPr>
        <dsp:cNvPr id="0" name=""/>
        <dsp:cNvSpPr/>
      </dsp:nvSpPr>
      <dsp:spPr>
        <a:xfrm>
          <a:off x="3418985" y="3420334"/>
          <a:ext cx="5841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4197" y="45720"/>
              </a:lnTo>
            </a:path>
          </a:pathLst>
        </a:custGeom>
        <a:noFill/>
        <a:ln w="6350" cap="flat" cmpd="sng" algn="ctr">
          <a:solidFill>
            <a:schemeClr val="accent2">
              <a:hueOff val="-305410"/>
              <a:satOff val="-2618"/>
              <a:lumOff val="-1735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695714" y="3462980"/>
        <a:ext cx="30739" cy="6147"/>
      </dsp:txXfrm>
    </dsp:sp>
    <dsp:sp modelId="{DFFBD4D1-AE71-4AF8-AEB2-924F50F3D993}">
      <dsp:nvSpPr>
        <dsp:cNvPr id="0" name=""/>
        <dsp:cNvSpPr/>
      </dsp:nvSpPr>
      <dsp:spPr>
        <a:xfrm>
          <a:off x="935" y="2638524"/>
          <a:ext cx="3419849" cy="1655060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81" tIns="137487" rIns="130981" bIns="13748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Identify countries with the highest temperature increases </a:t>
          </a:r>
        </a:p>
      </dsp:txBody>
      <dsp:txXfrm>
        <a:off x="935" y="2638524"/>
        <a:ext cx="3419849" cy="1655060"/>
      </dsp:txXfrm>
    </dsp:sp>
    <dsp:sp modelId="{76601CDB-2A28-4206-B238-D07661B4D9F0}">
      <dsp:nvSpPr>
        <dsp:cNvPr id="0" name=""/>
        <dsp:cNvSpPr/>
      </dsp:nvSpPr>
      <dsp:spPr>
        <a:xfrm>
          <a:off x="7182480" y="3420334"/>
          <a:ext cx="5841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4197" y="45720"/>
              </a:lnTo>
            </a:path>
          </a:pathLst>
        </a:custGeom>
        <a:noFill/>
        <a:ln w="6350" cap="flat" cmpd="sng" algn="ctr">
          <a:solidFill>
            <a:schemeClr val="accent2">
              <a:hueOff val="-407213"/>
              <a:satOff val="-3490"/>
              <a:lumOff val="-2313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7459208" y="3462980"/>
        <a:ext cx="30739" cy="6147"/>
      </dsp:txXfrm>
    </dsp:sp>
    <dsp:sp modelId="{FC4F12B3-748D-4712-AA87-EA3138BB0B2D}">
      <dsp:nvSpPr>
        <dsp:cNvPr id="0" name=""/>
        <dsp:cNvSpPr/>
      </dsp:nvSpPr>
      <dsp:spPr>
        <a:xfrm>
          <a:off x="4035582" y="2637514"/>
          <a:ext cx="3148697" cy="1657081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81" tIns="137487" rIns="130981" bIns="13748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Perform city-level analysis to detect localized temperature changes</a:t>
          </a:r>
        </a:p>
      </dsp:txBody>
      <dsp:txXfrm>
        <a:off x="4035582" y="2637514"/>
        <a:ext cx="3148697" cy="1657081"/>
      </dsp:txXfrm>
    </dsp:sp>
    <dsp:sp modelId="{CE7C4156-F9CE-46A8-960D-60A612629CBA}">
      <dsp:nvSpPr>
        <dsp:cNvPr id="0" name=""/>
        <dsp:cNvSpPr/>
      </dsp:nvSpPr>
      <dsp:spPr>
        <a:xfrm>
          <a:off x="7799077" y="2637514"/>
          <a:ext cx="3148697" cy="1657081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81" tIns="137487" rIns="130981" bIns="13748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Generate century-based averages for long-term comparison</a:t>
          </a:r>
        </a:p>
      </dsp:txBody>
      <dsp:txXfrm>
        <a:off x="7799077" y="2637514"/>
        <a:ext cx="3148697" cy="16570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7E953-ED91-4C3A-8886-99F5CDB313E9}">
      <dsp:nvSpPr>
        <dsp:cNvPr id="0" name=""/>
        <dsp:cNvSpPr/>
      </dsp:nvSpPr>
      <dsp:spPr>
        <a:xfrm>
          <a:off x="3308344" y="1551791"/>
          <a:ext cx="669395" cy="4136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51797" y="0"/>
              </a:lnTo>
              <a:lnTo>
                <a:pt x="351797" y="413675"/>
              </a:lnTo>
              <a:lnTo>
                <a:pt x="669395" y="413675"/>
              </a:lnTo>
            </a:path>
          </a:pathLst>
        </a:custGeom>
        <a:noFill/>
        <a:ln w="6350" cap="flat" cmpd="sng" algn="ctr">
          <a:solidFill>
            <a:schemeClr val="bg1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622714" y="1753141"/>
        <a:ext cx="40654" cy="10975"/>
      </dsp:txXfrm>
    </dsp:sp>
    <dsp:sp modelId="{00FF0FE5-401B-4D5E-BB11-94F5BF86B59A}">
      <dsp:nvSpPr>
        <dsp:cNvPr id="0" name=""/>
        <dsp:cNvSpPr/>
      </dsp:nvSpPr>
      <dsp:spPr>
        <a:xfrm>
          <a:off x="97880" y="813829"/>
          <a:ext cx="3212263" cy="1475925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3606" tIns="245210" rIns="233606" bIns="24521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Store query results in HDFS directory</a:t>
          </a:r>
        </a:p>
      </dsp:txBody>
      <dsp:txXfrm>
        <a:off x="97880" y="813829"/>
        <a:ext cx="3212263" cy="1475925"/>
      </dsp:txXfrm>
    </dsp:sp>
    <dsp:sp modelId="{BC23D05B-862D-4D9F-8E20-AE154D2945EA}">
      <dsp:nvSpPr>
        <dsp:cNvPr id="0" name=""/>
        <dsp:cNvSpPr/>
      </dsp:nvSpPr>
      <dsp:spPr>
        <a:xfrm>
          <a:off x="7130833" y="1479389"/>
          <a:ext cx="549304" cy="486077"/>
        </a:xfrm>
        <a:custGeom>
          <a:avLst/>
          <a:gdLst/>
          <a:ahLst/>
          <a:cxnLst/>
          <a:rect l="0" t="0" r="0" b="0"/>
          <a:pathLst>
            <a:path>
              <a:moveTo>
                <a:pt x="0" y="486077"/>
              </a:moveTo>
              <a:lnTo>
                <a:pt x="291752" y="486077"/>
              </a:lnTo>
              <a:lnTo>
                <a:pt x="291752" y="0"/>
              </a:lnTo>
              <a:lnTo>
                <a:pt x="549304" y="0"/>
              </a:lnTo>
            </a:path>
          </a:pathLst>
        </a:custGeom>
        <a:noFill/>
        <a:ln w="6350" cap="flat" cmpd="sng" algn="ctr">
          <a:solidFill>
            <a:schemeClr val="bg1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386568" y="1716940"/>
        <a:ext cx="37833" cy="10975"/>
      </dsp:txXfrm>
    </dsp:sp>
    <dsp:sp modelId="{49287D76-B2EA-4A93-96CF-CE9DC3C34CB6}">
      <dsp:nvSpPr>
        <dsp:cNvPr id="0" name=""/>
        <dsp:cNvSpPr/>
      </dsp:nvSpPr>
      <dsp:spPr>
        <a:xfrm>
          <a:off x="4010139" y="822467"/>
          <a:ext cx="3122494" cy="2285999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3606" tIns="245210" rIns="233606" bIns="24521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Output datasets include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 dirty="0"/>
            <a:t>Global_year.csv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 dirty="0"/>
            <a:t>Country_avg.csv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 dirty="0"/>
            <a:t>City_change.csv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 dirty="0"/>
            <a:t>Country_change.csv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 dirty="0"/>
            <a:t>Century_avg.csv</a:t>
          </a:r>
        </a:p>
      </dsp:txBody>
      <dsp:txXfrm>
        <a:off x="4010139" y="822467"/>
        <a:ext cx="3122494" cy="2285999"/>
      </dsp:txXfrm>
    </dsp:sp>
    <dsp:sp modelId="{F61BA41B-EB35-4352-A04A-3897F10360C0}">
      <dsp:nvSpPr>
        <dsp:cNvPr id="0" name=""/>
        <dsp:cNvSpPr/>
      </dsp:nvSpPr>
      <dsp:spPr>
        <a:xfrm>
          <a:off x="7712538" y="762837"/>
          <a:ext cx="3122494" cy="1433104"/>
        </a:xfrm>
        <a:prstGeom prst="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3606" tIns="245210" rIns="233606" bIns="24521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Combine output files and transfer to local machine for visualization</a:t>
          </a:r>
        </a:p>
      </dsp:txBody>
      <dsp:txXfrm>
        <a:off x="7712538" y="762837"/>
        <a:ext cx="3122494" cy="143310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17A553-0198-40F0-82F3-CBB96CE02569}">
      <dsp:nvSpPr>
        <dsp:cNvPr id="0" name=""/>
        <dsp:cNvSpPr/>
      </dsp:nvSpPr>
      <dsp:spPr>
        <a:xfrm>
          <a:off x="2508268" y="3759979"/>
          <a:ext cx="6238952" cy="1193925"/>
        </a:xfrm>
        <a:custGeom>
          <a:avLst/>
          <a:gdLst/>
          <a:ahLst/>
          <a:cxnLst/>
          <a:rect l="0" t="0" r="0" b="0"/>
          <a:pathLst>
            <a:path>
              <a:moveTo>
                <a:pt x="0" y="1193925"/>
              </a:moveTo>
              <a:lnTo>
                <a:pt x="6238952" y="0"/>
              </a:lnTo>
            </a:path>
          </a:pathLst>
        </a:custGeom>
        <a:noFill/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0A7832-E753-41F9-A437-503AFBF31D06}">
      <dsp:nvSpPr>
        <dsp:cNvPr id="0" name=""/>
        <dsp:cNvSpPr/>
      </dsp:nvSpPr>
      <dsp:spPr>
        <a:xfrm>
          <a:off x="8699963" y="1572540"/>
          <a:ext cx="1390099" cy="6819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6191"/>
              </a:lnTo>
              <a:lnTo>
                <a:pt x="1390099" y="506191"/>
              </a:lnTo>
              <a:lnTo>
                <a:pt x="1390099" y="681948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A3A8A9-1DB8-4394-B125-B1E099FAA65B}">
      <dsp:nvSpPr>
        <dsp:cNvPr id="0" name=""/>
        <dsp:cNvSpPr/>
      </dsp:nvSpPr>
      <dsp:spPr>
        <a:xfrm>
          <a:off x="6892000" y="1572540"/>
          <a:ext cx="1807963" cy="681948"/>
        </a:xfrm>
        <a:custGeom>
          <a:avLst/>
          <a:gdLst/>
          <a:ahLst/>
          <a:cxnLst/>
          <a:rect l="0" t="0" r="0" b="0"/>
          <a:pathLst>
            <a:path>
              <a:moveTo>
                <a:pt x="1807963" y="0"/>
              </a:moveTo>
              <a:lnTo>
                <a:pt x="1807963" y="506191"/>
              </a:lnTo>
              <a:lnTo>
                <a:pt x="0" y="506191"/>
              </a:lnTo>
              <a:lnTo>
                <a:pt x="0" y="681948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41E6B0-78B1-4D35-855E-A1B61120148B}">
      <dsp:nvSpPr>
        <dsp:cNvPr id="0" name=""/>
        <dsp:cNvSpPr/>
      </dsp:nvSpPr>
      <dsp:spPr>
        <a:xfrm>
          <a:off x="2200096" y="1600165"/>
          <a:ext cx="1593918" cy="6543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8567"/>
              </a:lnTo>
              <a:lnTo>
                <a:pt x="1593918" y="478567"/>
              </a:lnTo>
              <a:lnTo>
                <a:pt x="1593918" y="654323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CF55F1-7AE6-481C-99CB-3A70DC80C786}">
      <dsp:nvSpPr>
        <dsp:cNvPr id="0" name=""/>
        <dsp:cNvSpPr/>
      </dsp:nvSpPr>
      <dsp:spPr>
        <a:xfrm>
          <a:off x="737810" y="1600165"/>
          <a:ext cx="1462286" cy="654323"/>
        </a:xfrm>
        <a:custGeom>
          <a:avLst/>
          <a:gdLst/>
          <a:ahLst/>
          <a:cxnLst/>
          <a:rect l="0" t="0" r="0" b="0"/>
          <a:pathLst>
            <a:path>
              <a:moveTo>
                <a:pt x="1462286" y="0"/>
              </a:moveTo>
              <a:lnTo>
                <a:pt x="1462286" y="478567"/>
              </a:lnTo>
              <a:lnTo>
                <a:pt x="0" y="478567"/>
              </a:lnTo>
              <a:lnTo>
                <a:pt x="0" y="654323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130158-08D2-497D-9544-7B2FDAFC1DA9}">
      <dsp:nvSpPr>
        <dsp:cNvPr id="0" name=""/>
        <dsp:cNvSpPr/>
      </dsp:nvSpPr>
      <dsp:spPr>
        <a:xfrm>
          <a:off x="1251483" y="395427"/>
          <a:ext cx="1897226" cy="120473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FC871-687B-476C-A77F-F126FDE5CE52}">
      <dsp:nvSpPr>
        <dsp:cNvPr id="0" name=""/>
        <dsp:cNvSpPr/>
      </dsp:nvSpPr>
      <dsp:spPr>
        <a:xfrm>
          <a:off x="1462286" y="595689"/>
          <a:ext cx="1897226" cy="1204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Tableau</a:t>
          </a:r>
        </a:p>
      </dsp:txBody>
      <dsp:txXfrm>
        <a:off x="1497572" y="630975"/>
        <a:ext cx="1826654" cy="1134166"/>
      </dsp:txXfrm>
    </dsp:sp>
    <dsp:sp modelId="{6D4D216A-B723-42AE-9CA9-59F485A2AF4C}">
      <dsp:nvSpPr>
        <dsp:cNvPr id="0" name=""/>
        <dsp:cNvSpPr/>
      </dsp:nvSpPr>
      <dsp:spPr>
        <a:xfrm>
          <a:off x="-210802" y="2254489"/>
          <a:ext cx="1897226" cy="120473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C1752D-34E2-41CF-A084-479DC73AC5DC}">
      <dsp:nvSpPr>
        <dsp:cNvPr id="0" name=""/>
        <dsp:cNvSpPr/>
      </dsp:nvSpPr>
      <dsp:spPr>
        <a:xfrm>
          <a:off x="0" y="2454752"/>
          <a:ext cx="1897226" cy="1204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Line charts for global temperature trends</a:t>
          </a:r>
        </a:p>
      </dsp:txBody>
      <dsp:txXfrm>
        <a:off x="35286" y="2490038"/>
        <a:ext cx="1826654" cy="1134166"/>
      </dsp:txXfrm>
    </dsp:sp>
    <dsp:sp modelId="{66E163F8-FBC6-48EC-8149-2B393F9DD0B5}">
      <dsp:nvSpPr>
        <dsp:cNvPr id="0" name=""/>
        <dsp:cNvSpPr/>
      </dsp:nvSpPr>
      <dsp:spPr>
        <a:xfrm>
          <a:off x="2845402" y="2254489"/>
          <a:ext cx="1897226" cy="120473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AA5B92-9C04-4564-8010-7C38645BCDDD}">
      <dsp:nvSpPr>
        <dsp:cNvPr id="0" name=""/>
        <dsp:cNvSpPr/>
      </dsp:nvSpPr>
      <dsp:spPr>
        <a:xfrm>
          <a:off x="3056205" y="2454752"/>
          <a:ext cx="1897226" cy="1204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Geographic maps for regional comparison </a:t>
          </a:r>
        </a:p>
      </dsp:txBody>
      <dsp:txXfrm>
        <a:off x="3091491" y="2490038"/>
        <a:ext cx="1826654" cy="1134166"/>
      </dsp:txXfrm>
    </dsp:sp>
    <dsp:sp modelId="{68ABCFBB-049C-4B23-B883-9429B61516A5}">
      <dsp:nvSpPr>
        <dsp:cNvPr id="0" name=""/>
        <dsp:cNvSpPr/>
      </dsp:nvSpPr>
      <dsp:spPr>
        <a:xfrm>
          <a:off x="7751350" y="367802"/>
          <a:ext cx="1897226" cy="120473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6A2E6-CDD5-43B0-BEC4-23E363AB173F}">
      <dsp:nvSpPr>
        <dsp:cNvPr id="0" name=""/>
        <dsp:cNvSpPr/>
      </dsp:nvSpPr>
      <dsp:spPr>
        <a:xfrm>
          <a:off x="7962153" y="568065"/>
          <a:ext cx="1897226" cy="1204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Excel 3D Maps &amp; Charts</a:t>
          </a:r>
        </a:p>
      </dsp:txBody>
      <dsp:txXfrm>
        <a:off x="7997439" y="603351"/>
        <a:ext cx="1826654" cy="1134166"/>
      </dsp:txXfrm>
    </dsp:sp>
    <dsp:sp modelId="{EA58250A-5BBD-4A2D-97B3-C32BEAE11838}">
      <dsp:nvSpPr>
        <dsp:cNvPr id="0" name=""/>
        <dsp:cNvSpPr/>
      </dsp:nvSpPr>
      <dsp:spPr>
        <a:xfrm>
          <a:off x="5943387" y="2254489"/>
          <a:ext cx="1897226" cy="120473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931F0-FBD4-4EEC-A9E1-25458AE16197}">
      <dsp:nvSpPr>
        <dsp:cNvPr id="0" name=""/>
        <dsp:cNvSpPr/>
      </dsp:nvSpPr>
      <dsp:spPr>
        <a:xfrm>
          <a:off x="6154189" y="2454752"/>
          <a:ext cx="1897226" cy="1204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Century comparison graphs</a:t>
          </a:r>
        </a:p>
      </dsp:txBody>
      <dsp:txXfrm>
        <a:off x="6189475" y="2490038"/>
        <a:ext cx="1826654" cy="1134166"/>
      </dsp:txXfrm>
    </dsp:sp>
    <dsp:sp modelId="{FB679937-649B-4673-A9AB-9E074EB79A1D}">
      <dsp:nvSpPr>
        <dsp:cNvPr id="0" name=""/>
        <dsp:cNvSpPr/>
      </dsp:nvSpPr>
      <dsp:spPr>
        <a:xfrm>
          <a:off x="9141450" y="2254489"/>
          <a:ext cx="1897226" cy="120473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957EA-25A3-4E0E-B033-DB36E6F10178}">
      <dsp:nvSpPr>
        <dsp:cNvPr id="0" name=""/>
        <dsp:cNvSpPr/>
      </dsp:nvSpPr>
      <dsp:spPr>
        <a:xfrm>
          <a:off x="9352253" y="2454752"/>
          <a:ext cx="1897226" cy="1204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</a:t>
          </a:r>
          <a:r>
            <a:rPr lang="en-US" sz="2000" kern="1200" dirty="0"/>
            <a:t>Aggregated data tables </a:t>
          </a:r>
        </a:p>
      </dsp:txBody>
      <dsp:txXfrm>
        <a:off x="9387539" y="2490038"/>
        <a:ext cx="1826654" cy="1134166"/>
      </dsp:txXfrm>
    </dsp:sp>
    <dsp:sp modelId="{9DCAF896-DF0F-4528-B887-101AFFC5D17B}">
      <dsp:nvSpPr>
        <dsp:cNvPr id="0" name=""/>
        <dsp:cNvSpPr/>
      </dsp:nvSpPr>
      <dsp:spPr>
        <a:xfrm>
          <a:off x="1559655" y="3749166"/>
          <a:ext cx="1897226" cy="120473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17179-FD29-4584-8F09-2087275C4DA9}">
      <dsp:nvSpPr>
        <dsp:cNvPr id="0" name=""/>
        <dsp:cNvSpPr/>
      </dsp:nvSpPr>
      <dsp:spPr>
        <a:xfrm>
          <a:off x="1770458" y="3949428"/>
          <a:ext cx="1897226" cy="1204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Highlighted tempo-spatial patterns </a:t>
          </a:r>
        </a:p>
      </dsp:txBody>
      <dsp:txXfrm>
        <a:off x="1805744" y="3984714"/>
        <a:ext cx="1826654" cy="1134166"/>
      </dsp:txXfrm>
    </dsp:sp>
    <dsp:sp modelId="{ECDA4611-8B05-49AB-899B-36F651D1F243}">
      <dsp:nvSpPr>
        <dsp:cNvPr id="0" name=""/>
        <dsp:cNvSpPr/>
      </dsp:nvSpPr>
      <dsp:spPr>
        <a:xfrm>
          <a:off x="7707417" y="3759979"/>
          <a:ext cx="2079606" cy="1337356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E1C87-A0DE-4653-90DB-55663A5ADA9B}">
      <dsp:nvSpPr>
        <dsp:cNvPr id="0" name=""/>
        <dsp:cNvSpPr/>
      </dsp:nvSpPr>
      <dsp:spPr>
        <a:xfrm>
          <a:off x="7918220" y="3960241"/>
          <a:ext cx="2079606" cy="13373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Utilizing time-based trends and geographic variation</a:t>
          </a:r>
        </a:p>
      </dsp:txBody>
      <dsp:txXfrm>
        <a:off x="7957390" y="3999411"/>
        <a:ext cx="2001266" cy="12590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D96BE-749C-4AAC-82AD-16F2676D0BEC}">
      <dsp:nvSpPr>
        <dsp:cNvPr id="0" name=""/>
        <dsp:cNvSpPr/>
      </dsp:nvSpPr>
      <dsp:spPr>
        <a:xfrm>
          <a:off x="0" y="0"/>
          <a:ext cx="8232695" cy="86896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Consistent upward trends suggest a need for greater awareness of long-term climate patterns </a:t>
          </a:r>
        </a:p>
      </dsp:txBody>
      <dsp:txXfrm>
        <a:off x="25451" y="25451"/>
        <a:ext cx="7193345" cy="818063"/>
      </dsp:txXfrm>
    </dsp:sp>
    <dsp:sp modelId="{2873C78F-BD46-4ADB-B145-968CB971DA8E}">
      <dsp:nvSpPr>
        <dsp:cNvPr id="0" name=""/>
        <dsp:cNvSpPr/>
      </dsp:nvSpPr>
      <dsp:spPr>
        <a:xfrm>
          <a:off x="614779" y="989654"/>
          <a:ext cx="8232695" cy="868965"/>
        </a:xfrm>
        <a:prstGeom prst="roundRect">
          <a:avLst>
            <a:gd name="adj" fmla="val 10000"/>
          </a:avLst>
        </a:prstGeom>
        <a:solidFill>
          <a:schemeClr val="accent2">
            <a:hueOff val="-101803"/>
            <a:satOff val="-873"/>
            <a:lumOff val="-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Variations across regions indicate that environmental changes do not occur uniformly, e.g., Northern regions exhibit stronger warming trends </a:t>
          </a:r>
        </a:p>
      </dsp:txBody>
      <dsp:txXfrm>
        <a:off x="640230" y="1015105"/>
        <a:ext cx="7002186" cy="818063"/>
      </dsp:txXfrm>
    </dsp:sp>
    <dsp:sp modelId="{37A52FE8-898D-4613-837B-C968614E73BA}">
      <dsp:nvSpPr>
        <dsp:cNvPr id="0" name=""/>
        <dsp:cNvSpPr/>
      </dsp:nvSpPr>
      <dsp:spPr>
        <a:xfrm>
          <a:off x="1229558" y="1979309"/>
          <a:ext cx="8232695" cy="868965"/>
        </a:xfrm>
        <a:prstGeom prst="roundRect">
          <a:avLst>
            <a:gd name="adj" fmla="val 10000"/>
          </a:avLst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City-level analysis shows localized temperature spikes exceeding national averages</a:t>
          </a:r>
        </a:p>
      </dsp:txBody>
      <dsp:txXfrm>
        <a:off x="1255009" y="2004760"/>
        <a:ext cx="7002186" cy="818063"/>
      </dsp:txXfrm>
    </dsp:sp>
    <dsp:sp modelId="{3871A658-5194-45AA-ACD9-C1D09CB477C5}">
      <dsp:nvSpPr>
        <dsp:cNvPr id="0" name=""/>
        <dsp:cNvSpPr/>
      </dsp:nvSpPr>
      <dsp:spPr>
        <a:xfrm>
          <a:off x="1844337" y="2968964"/>
          <a:ext cx="8232695" cy="868965"/>
        </a:xfrm>
        <a:prstGeom prst="roundRect">
          <a:avLst>
            <a:gd name="adj" fmla="val 10000"/>
          </a:avLst>
        </a:prstGeom>
        <a:solidFill>
          <a:schemeClr val="accent2">
            <a:hueOff val="-305410"/>
            <a:satOff val="-2618"/>
            <a:lumOff val="-1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Century comparison confirms long-term warming (~2 °C increase)</a:t>
          </a:r>
        </a:p>
      </dsp:txBody>
      <dsp:txXfrm>
        <a:off x="1869788" y="2994415"/>
        <a:ext cx="7002186" cy="818063"/>
      </dsp:txXfrm>
    </dsp:sp>
    <dsp:sp modelId="{922D5769-7915-4626-AA1E-D732DE6841C8}">
      <dsp:nvSpPr>
        <dsp:cNvPr id="0" name=""/>
        <dsp:cNvSpPr/>
      </dsp:nvSpPr>
      <dsp:spPr>
        <a:xfrm>
          <a:off x="2459116" y="3958618"/>
          <a:ext cx="8232695" cy="868965"/>
        </a:xfrm>
        <a:prstGeom prst="roundRect">
          <a:avLst>
            <a:gd name="adj" fmla="val 10000"/>
          </a:avLst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Our work supports a need for further environmental and sustainability data-driven approaches to better understand global environmental challenges</a:t>
          </a:r>
          <a:r>
            <a:rPr lang="en-US" sz="1700" kern="1200" dirty="0"/>
            <a:t>.  </a:t>
          </a:r>
        </a:p>
      </dsp:txBody>
      <dsp:txXfrm>
        <a:off x="2484567" y="3984069"/>
        <a:ext cx="7002186" cy="818063"/>
      </dsp:txXfrm>
    </dsp:sp>
    <dsp:sp modelId="{B8B1FA6F-6F5E-4B01-AC32-FB0A42664436}">
      <dsp:nvSpPr>
        <dsp:cNvPr id="0" name=""/>
        <dsp:cNvSpPr/>
      </dsp:nvSpPr>
      <dsp:spPr>
        <a:xfrm>
          <a:off x="7667867" y="634827"/>
          <a:ext cx="564827" cy="56482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794953" y="634827"/>
        <a:ext cx="310655" cy="425032"/>
      </dsp:txXfrm>
    </dsp:sp>
    <dsp:sp modelId="{6B351DFD-C17C-413C-9133-2CC0D0DE258A}">
      <dsp:nvSpPr>
        <dsp:cNvPr id="0" name=""/>
        <dsp:cNvSpPr/>
      </dsp:nvSpPr>
      <dsp:spPr>
        <a:xfrm>
          <a:off x="8282647" y="1624482"/>
          <a:ext cx="564827" cy="56482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04898"/>
            <a:satOff val="-3213"/>
            <a:lumOff val="-170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04898"/>
              <a:satOff val="-3213"/>
              <a:lumOff val="-17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409733" y="1624482"/>
        <a:ext cx="310655" cy="425032"/>
      </dsp:txXfrm>
    </dsp:sp>
    <dsp:sp modelId="{5D6FF781-202B-4651-A8BA-2F6534103942}">
      <dsp:nvSpPr>
        <dsp:cNvPr id="0" name=""/>
        <dsp:cNvSpPr/>
      </dsp:nvSpPr>
      <dsp:spPr>
        <a:xfrm>
          <a:off x="8897426" y="2599653"/>
          <a:ext cx="564827" cy="56482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9797"/>
            <a:satOff val="-6425"/>
            <a:lumOff val="-34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09797"/>
              <a:satOff val="-6425"/>
              <a:lumOff val="-34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024512" y="2599653"/>
        <a:ext cx="310655" cy="425032"/>
      </dsp:txXfrm>
    </dsp:sp>
    <dsp:sp modelId="{12CE2421-42FC-42DB-B543-89010DD7A0D0}">
      <dsp:nvSpPr>
        <dsp:cNvPr id="0" name=""/>
        <dsp:cNvSpPr/>
      </dsp:nvSpPr>
      <dsp:spPr>
        <a:xfrm>
          <a:off x="9512205" y="3598963"/>
          <a:ext cx="564827" cy="56482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14695"/>
            <a:satOff val="-9638"/>
            <a:lumOff val="-511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14695"/>
              <a:satOff val="-9638"/>
              <a:lumOff val="-51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639291" y="3598963"/>
        <a:ext cx="310655" cy="4250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BA6A70-7F92-49C9-9288-A95C99DBB314}">
      <dsp:nvSpPr>
        <dsp:cNvPr id="0" name=""/>
        <dsp:cNvSpPr/>
      </dsp:nvSpPr>
      <dsp:spPr>
        <a:xfrm>
          <a:off x="0" y="9347"/>
          <a:ext cx="10691264" cy="779805"/>
        </a:xfrm>
        <a:prstGeom prst="round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Our analysis of historical climate data reveals a clear and consistent increase in global temperatures over time</a:t>
          </a:r>
        </a:p>
      </dsp:txBody>
      <dsp:txXfrm>
        <a:off x="38067" y="47414"/>
        <a:ext cx="10615130" cy="703671"/>
      </dsp:txXfrm>
    </dsp:sp>
    <dsp:sp modelId="{44683247-AB78-4ECC-8E91-DBBE75C28DA7}">
      <dsp:nvSpPr>
        <dsp:cNvPr id="0" name=""/>
        <dsp:cNvSpPr/>
      </dsp:nvSpPr>
      <dsp:spPr>
        <a:xfrm>
          <a:off x="0" y="789152"/>
          <a:ext cx="10691264" cy="1443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448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Warming trends become more pronounced beginning in the mid-19</a:t>
          </a:r>
          <a:r>
            <a:rPr lang="en-US" sz="2400" kern="1200" baseline="30000" dirty="0"/>
            <a:t>th</a:t>
          </a:r>
          <a:r>
            <a:rPr lang="en-US" sz="2400" kern="1200" dirty="0"/>
            <a:t> century and continue into the present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Temperature changes vary across regions, city-level analysis shows that climate effects can differ significantly within countries </a:t>
          </a:r>
        </a:p>
      </dsp:txBody>
      <dsp:txXfrm>
        <a:off x="0" y="789152"/>
        <a:ext cx="10691264" cy="1443824"/>
      </dsp:txXfrm>
    </dsp:sp>
    <dsp:sp modelId="{6BE805CA-884E-467B-9963-1A2B135BD728}">
      <dsp:nvSpPr>
        <dsp:cNvPr id="0" name=""/>
        <dsp:cNvSpPr/>
      </dsp:nvSpPr>
      <dsp:spPr>
        <a:xfrm>
          <a:off x="0" y="2232977"/>
          <a:ext cx="10691264" cy="779805"/>
        </a:xfrm>
        <a:prstGeom prst="round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Our findings reinforce the importance of data-driven analysis in understanding long-term climate change patters</a:t>
          </a:r>
        </a:p>
      </dsp:txBody>
      <dsp:txXfrm>
        <a:off x="38067" y="2271044"/>
        <a:ext cx="10615130" cy="703671"/>
      </dsp:txXfrm>
    </dsp:sp>
    <dsp:sp modelId="{6B983196-7EAA-4AC6-9B19-FFDF15A4CD4A}">
      <dsp:nvSpPr>
        <dsp:cNvPr id="0" name=""/>
        <dsp:cNvSpPr/>
      </dsp:nvSpPr>
      <dsp:spPr>
        <a:xfrm>
          <a:off x="0" y="3012782"/>
          <a:ext cx="10691264" cy="18288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448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Implementation using Hadoop and Hive enabled efficient processing of large, multi-source datasets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Structured querying and data transformation allowed for accurate long-term tempo-spatial analysis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Visualization tools helped translate complex data into interpretable insights </a:t>
          </a:r>
        </a:p>
      </dsp:txBody>
      <dsp:txXfrm>
        <a:off x="0" y="3012782"/>
        <a:ext cx="10691264" cy="1828845"/>
      </dsp:txXfrm>
    </dsp:sp>
    <dsp:sp modelId="{480B3147-31B5-4E19-9D4B-1189A32E3043}">
      <dsp:nvSpPr>
        <dsp:cNvPr id="0" name=""/>
        <dsp:cNvSpPr/>
      </dsp:nvSpPr>
      <dsp:spPr>
        <a:xfrm>
          <a:off x="0" y="4841627"/>
          <a:ext cx="10691264" cy="779805"/>
        </a:xfrm>
        <a:prstGeom prst="roundRect">
          <a:avLst/>
        </a:prstGeom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Overall, our project demonstrates how big data technologies can be applies to real-world environmental datasets</a:t>
          </a:r>
        </a:p>
      </dsp:txBody>
      <dsp:txXfrm>
        <a:off x="38067" y="4879694"/>
        <a:ext cx="10615130" cy="7036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A9E5E-725A-4BAC-9DB3-64B6BA63973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3084B-0947-4927-9004-9194F33BA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570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0617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7571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244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5EAF-ED3D-0C33-CAC8-CE28FD714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EFBB5-7F06-57B3-62A8-D38474636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00B6F-60FF-E80B-B34A-C9F7F887B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14DE9-1D00-F2BF-82B6-C02070323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0889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3582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38AB9-76C3-7327-4A2A-874D8F2E8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27EF4-43B3-ACAA-EA29-3E4AA8EF5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FDA4B-33FA-D4C8-94C5-8E4891EA1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A1B96-71FA-89D9-90FA-14637BB5A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2064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Download climate datasets using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wget</a:t>
            </a:r>
            <a:r>
              <a:rPr lang="en-US" dirty="0"/>
              <a:t> from GitHub/Kaggle sources </a:t>
            </a:r>
          </a:p>
          <a:p>
            <a:r>
              <a:rPr lang="en-US" dirty="0"/>
              <a:t>Create HDFS directories for each dataset (global, country, city, state) </a:t>
            </a:r>
          </a:p>
          <a:p>
            <a:r>
              <a:rPr lang="en-US" dirty="0"/>
              <a:t>Upload CSV files into HDFS using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hdfs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-put</a:t>
            </a:r>
            <a:r>
              <a:rPr lang="en-US" dirty="0"/>
              <a:t> </a:t>
            </a:r>
          </a:p>
          <a:p>
            <a:r>
              <a:rPr lang="en-US" dirty="0"/>
              <a:t>Create external Hive tables linked to HDFS directories </a:t>
            </a:r>
          </a:p>
          <a:p>
            <a:r>
              <a:rPr lang="en-US" dirty="0"/>
              <a:t>Clean and transform data using Hive queries </a:t>
            </a:r>
          </a:p>
          <a:p>
            <a:r>
              <a:rPr lang="en-US" dirty="0"/>
              <a:t>Perform analysis queries and store outputs in HDFS directories </a:t>
            </a:r>
          </a:p>
          <a:p>
            <a:r>
              <a:rPr lang="en-US" dirty="0"/>
              <a:t>Export results to CSV files and transfer to local machine </a:t>
            </a:r>
          </a:p>
          <a:p>
            <a:r>
              <a:rPr lang="en-US" dirty="0"/>
              <a:t>Use Excel and Tableau for final visualization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499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17766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6B511-CE43-46B6-58AE-53CC5686C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1AACE-9C5D-413E-9C0B-01017C8A6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38D6A-4C2E-CB52-7869-E9A56393A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9C9B9-E28F-B2F0-6E1D-8EC11475D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8252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5A48F-109B-E8FC-6CF8-6ABD114C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7ECCD-6682-6A2B-F3F0-BCC314CF3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DE77D-686F-7999-8D15-A70B3C267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C2B69-14F1-3D39-B978-30AD28293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59287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chart shows </a:t>
            </a:r>
            <a:r>
              <a:rPr lang="en-US" b="1" dirty="0"/>
              <a:t>average global temperature from ~1750–2015</a:t>
            </a:r>
            <a:r>
              <a:rPr lang="en-US" dirty="0"/>
              <a:t> </a:t>
            </a:r>
          </a:p>
          <a:p>
            <a:r>
              <a:rPr lang="en-US" dirty="0"/>
              <a:t>Overall pattern indicates a </a:t>
            </a:r>
            <a:r>
              <a:rPr lang="en-US" b="1" dirty="0"/>
              <a:t>steady upward trend over time</a:t>
            </a:r>
            <a:r>
              <a:rPr lang="en-US" dirty="0"/>
              <a:t> </a:t>
            </a:r>
          </a:p>
          <a:p>
            <a:r>
              <a:rPr lang="en-US" dirty="0"/>
              <a:t>Early data (1700s–early 1800s) shows fluctuations due to limited measurements </a:t>
            </a:r>
          </a:p>
          <a:p>
            <a:r>
              <a:rPr lang="en-US" dirty="0"/>
              <a:t>Significant and consistent warming begins in the </a:t>
            </a:r>
            <a:r>
              <a:rPr lang="en-US" b="1" dirty="0"/>
              <a:t>mid-19th century</a:t>
            </a:r>
            <a:r>
              <a:rPr lang="en-US" dirty="0"/>
              <a:t> </a:t>
            </a:r>
          </a:p>
          <a:p>
            <a:r>
              <a:rPr lang="en-US" dirty="0"/>
              <a:t>Temperature continues to rise through the </a:t>
            </a:r>
            <a:r>
              <a:rPr lang="en-US" b="1" dirty="0"/>
              <a:t>20th and 21st centuries</a:t>
            </a:r>
            <a:r>
              <a:rPr lang="en-US" dirty="0"/>
              <a:t> </a:t>
            </a:r>
          </a:p>
          <a:p>
            <a:r>
              <a:rPr lang="en-US" dirty="0"/>
              <a:t>Confirms long-term </a:t>
            </a:r>
            <a:r>
              <a:rPr lang="en-US" b="1" dirty="0"/>
              <a:t>global warming trend using historical data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01426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 chart compares </a:t>
            </a:r>
            <a:r>
              <a:rPr lang="en-US" b="1" dirty="0"/>
              <a:t>average temperatures across 12 major countries</a:t>
            </a:r>
            <a:r>
              <a:rPr lang="en-US" dirty="0"/>
              <a:t> </a:t>
            </a:r>
          </a:p>
          <a:p>
            <a:r>
              <a:rPr lang="en-US" dirty="0"/>
              <a:t>Significant variation observed between regions: </a:t>
            </a:r>
          </a:p>
          <a:p>
            <a:pPr lvl="1"/>
            <a:r>
              <a:rPr lang="en-US" dirty="0"/>
              <a:t>Canada: ~-5.34°C (coldest) </a:t>
            </a:r>
          </a:p>
          <a:p>
            <a:pPr lvl="1"/>
            <a:r>
              <a:rPr lang="en-US" dirty="0"/>
              <a:t>Brazil: ~24.70°C (warmest) </a:t>
            </a:r>
          </a:p>
          <a:p>
            <a:r>
              <a:rPr lang="en-US" dirty="0"/>
              <a:t>Warmer climates located near the equator show higher averages </a:t>
            </a:r>
          </a:p>
          <a:p>
            <a:r>
              <a:rPr lang="en-US" dirty="0"/>
              <a:t>Colder northern regions show significantly lower averages </a:t>
            </a:r>
          </a:p>
          <a:p>
            <a:r>
              <a:rPr lang="en-US" dirty="0"/>
              <a:t>Demonstrates </a:t>
            </a:r>
            <a:r>
              <a:rPr lang="en-US" b="1" dirty="0"/>
              <a:t>strong geographic influence on temperature distribution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564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visualization highlights </a:t>
            </a:r>
            <a:r>
              <a:rPr lang="en-US" b="1" dirty="0"/>
              <a:t>geographic distribution of temperature averages</a:t>
            </a:r>
          </a:p>
          <a:p>
            <a:r>
              <a:rPr lang="en-US" dirty="0"/>
              <a:t> Warmer regions (e.g., Brazil, India, Australia) shown in higher temperature ranges </a:t>
            </a:r>
          </a:p>
          <a:p>
            <a:r>
              <a:rPr lang="en-US" dirty="0"/>
              <a:t>Colder regions (e.g., Canada, Russia) shown with lower temperature values </a:t>
            </a:r>
          </a:p>
          <a:p>
            <a:r>
              <a:rPr lang="en-US" dirty="0"/>
              <a:t>Clearly illustrates </a:t>
            </a:r>
            <a:r>
              <a:rPr lang="en-US" b="1" dirty="0"/>
              <a:t>spatial variation across global regions</a:t>
            </a:r>
            <a:r>
              <a:rPr lang="en-US" dirty="0"/>
              <a:t> </a:t>
            </a:r>
          </a:p>
          <a:p>
            <a:r>
              <a:rPr lang="en-US" dirty="0"/>
              <a:t>Supports tempo-spatial analysis by linking </a:t>
            </a:r>
            <a:r>
              <a:rPr lang="en-US" b="1" dirty="0"/>
              <a:t>location with temperature patterns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47740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1BDB4-F87B-F7B2-5662-274D5909A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8DEB7-5ADC-A84C-CCB2-D25AE28A3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9A78BB-F58A-F7B6-7DEF-C4D04030D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visualization highlights </a:t>
            </a:r>
            <a:r>
              <a:rPr lang="en-US" b="1" dirty="0"/>
              <a:t>geographic distribution of temperature averages</a:t>
            </a:r>
          </a:p>
          <a:p>
            <a:r>
              <a:rPr lang="en-US" dirty="0"/>
              <a:t> Warmer regions (e.g., Brazil, India, Australia) shown in higher temperature ranges </a:t>
            </a:r>
          </a:p>
          <a:p>
            <a:r>
              <a:rPr lang="en-US" dirty="0"/>
              <a:t>Colder regions (e.g., Canada, Russia) shown with lower temperature values </a:t>
            </a:r>
          </a:p>
          <a:p>
            <a:r>
              <a:rPr lang="en-US" dirty="0"/>
              <a:t>Clearly illustrates </a:t>
            </a:r>
            <a:r>
              <a:rPr lang="en-US" b="1" dirty="0"/>
              <a:t>spatial variation across global regions</a:t>
            </a:r>
            <a:r>
              <a:rPr lang="en-US" dirty="0"/>
              <a:t> </a:t>
            </a:r>
          </a:p>
          <a:p>
            <a:r>
              <a:rPr lang="en-US" dirty="0"/>
              <a:t>Supports tempo-spatial analysis by linking </a:t>
            </a:r>
            <a:r>
              <a:rPr lang="en-US" b="1" dirty="0"/>
              <a:t>location with temperature patterns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BB35D-FE13-2B0F-30F0-72E30D02F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4747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11149-95A1-0338-F122-44B1E0DFF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91C80-BF2F-4C82-8DCD-0DBBC26F15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3257D8-B2A0-323C-1B44-5A449F534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summarizes </a:t>
            </a:r>
            <a:r>
              <a:rPr lang="en-US" b="1" dirty="0"/>
              <a:t>average temperature increase per country</a:t>
            </a:r>
            <a:r>
              <a:rPr lang="en-US" dirty="0"/>
              <a:t> Highest increases observed in: Canada (+1.94°C) </a:t>
            </a:r>
          </a:p>
          <a:p>
            <a:r>
              <a:rPr lang="en-US" dirty="0"/>
              <a:t>Russia (+1.93°C) </a:t>
            </a:r>
          </a:p>
          <a:p>
            <a:r>
              <a:rPr lang="en-US" dirty="0"/>
              <a:t>Moderate increases in countries like India and Australia (&lt;+1°C) </a:t>
            </a:r>
          </a:p>
          <a:p>
            <a:r>
              <a:rPr lang="en-US" dirty="0"/>
              <a:t>Majority of countries fall into </a:t>
            </a:r>
            <a:r>
              <a:rPr lang="en-US" b="1" dirty="0"/>
              <a:t>“High” or “Very High” increase categories</a:t>
            </a:r>
            <a:r>
              <a:rPr lang="en-US" dirty="0"/>
              <a:t> </a:t>
            </a:r>
          </a:p>
          <a:p>
            <a:r>
              <a:rPr lang="en-US" dirty="0"/>
              <a:t>Demonstrates that </a:t>
            </a:r>
            <a:r>
              <a:rPr lang="en-US" b="1" dirty="0"/>
              <a:t>warming is widespread but varies by region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FD446-0FB4-530C-0EA9-C585778B2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45727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 chart highlights </a:t>
            </a:r>
            <a:r>
              <a:rPr lang="en-US" b="1" dirty="0"/>
              <a:t>top cities with highest temperature changes</a:t>
            </a:r>
            <a:r>
              <a:rPr lang="en-US" dirty="0"/>
              <a:t> </a:t>
            </a:r>
          </a:p>
          <a:p>
            <a:r>
              <a:rPr lang="en-US" dirty="0"/>
              <a:t>Some cities show increases exceeding </a:t>
            </a:r>
            <a:r>
              <a:rPr lang="en-US" b="1" dirty="0"/>
              <a:t>+2°C</a:t>
            </a:r>
          </a:p>
          <a:p>
            <a:r>
              <a:rPr lang="en-US" dirty="0"/>
              <a:t> Indicates </a:t>
            </a:r>
            <a:r>
              <a:rPr lang="en-US" b="1" dirty="0"/>
              <a:t>localized climate effects beyond national averages</a:t>
            </a:r>
            <a:r>
              <a:rPr lang="en-US" dirty="0"/>
              <a:t> </a:t>
            </a:r>
          </a:p>
          <a:p>
            <a:r>
              <a:rPr lang="en-US" dirty="0"/>
              <a:t>Suggests influence of urbanization and regional environmental factors </a:t>
            </a:r>
          </a:p>
          <a:p>
            <a:r>
              <a:rPr lang="en-US" dirty="0"/>
              <a:t>Emphasizes importance of </a:t>
            </a:r>
            <a:r>
              <a:rPr lang="en-US" b="1" dirty="0"/>
              <a:t>fine-grained (city-level)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4310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 chart compares average temperatures across three periods: 1800s: ~15.76°C </a:t>
            </a:r>
          </a:p>
          <a:p>
            <a:r>
              <a:rPr lang="en-US" dirty="0"/>
              <a:t>1900s: ~18.74°C </a:t>
            </a:r>
          </a:p>
          <a:p>
            <a:r>
              <a:rPr lang="en-US" dirty="0"/>
              <a:t>2000s: ~19.52°C </a:t>
            </a:r>
          </a:p>
          <a:p>
            <a:r>
              <a:rPr lang="en-US" dirty="0"/>
              <a:t>Shows a </a:t>
            </a:r>
            <a:r>
              <a:rPr lang="en-US" b="1" dirty="0"/>
              <a:t>~2°C increase over time</a:t>
            </a:r>
            <a:r>
              <a:rPr lang="en-US" dirty="0"/>
              <a:t> Trend reflects </a:t>
            </a:r>
            <a:r>
              <a:rPr lang="en-US" b="1" dirty="0"/>
              <a:t>impact of industrialization and human activity</a:t>
            </a:r>
            <a:r>
              <a:rPr lang="en-US" dirty="0"/>
              <a:t> Demonstrates long-term accumulation of heat in Earth’s system Provides strong evidence of </a:t>
            </a:r>
            <a:r>
              <a:rPr lang="en-US" b="1" dirty="0"/>
              <a:t>progressive global warming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9756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0136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3084B-0947-4927-9004-9194F33BA2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258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6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33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72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930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11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9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63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80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120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2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81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097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0" r:id="rId6"/>
    <p:sldLayoutId id="2147483886" r:id="rId7"/>
    <p:sldLayoutId id="2147483887" r:id="rId8"/>
    <p:sldLayoutId id="2147483888" r:id="rId9"/>
    <p:sldLayoutId id="2147483889" r:id="rId10"/>
    <p:sldLayoutId id="214748389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tIsTariqAlam/CIS-4560-Term-Project-Tutorial-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MGRS.2015.2514192" TargetMode="External"/><Relationship Id="rId2" Type="http://schemas.openxmlformats.org/officeDocument/2006/relationships/hyperlink" Target="https://www.kaggle.com/datasets/berkeleyearth/climate-change-earth-surface-temperature-dat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pcc.ch/report/ar6/wg1/" TargetMode="External"/><Relationship Id="rId5" Type="http://schemas.openxmlformats.org/officeDocument/2006/relationships/hyperlink" Target="https://doi.org/10.5194/essd-12-3469-2020" TargetMode="External"/><Relationship Id="rId4" Type="http://schemas.openxmlformats.org/officeDocument/2006/relationships/hyperlink" Target="https://doi.org/10.1093/nsr/nwt032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336675822_The_First_Industrial_Revolution_Creation_of_a_New_Global_Human_Er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1250" y="0"/>
            <a:ext cx="5392600" cy="231884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dirty="0"/>
              <a:t>Climate Change Over The  Years Using Hadoop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2135" y="2950338"/>
            <a:ext cx="5010829" cy="158881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Presented By: Group 5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 algn="ctr">
              <a:lnSpc>
                <a:spcPct val="100000"/>
              </a:lnSpc>
            </a:pPr>
            <a:r>
              <a:rPr lang="en-US" dirty="0"/>
              <a:t>Tariq Alam, Ismhael Asturias, Julia Budano, Christian Garcia, and Nicholson Kon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View of earth from space">
            <a:extLst>
              <a:ext uri="{FF2B5EF4-FFF2-40B4-BE49-F238E27FC236}">
                <a16:creationId xmlns:a16="http://schemas.microsoft.com/office/drawing/2014/main" id="{EA208F36-DB68-A75C-792E-F699B7EB91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75" r="27683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5DE658-C02A-8F42-F01A-E840F050FDB9}"/>
              </a:ext>
            </a:extLst>
          </p:cNvPr>
          <p:cNvSpPr txBox="1"/>
          <p:nvPr/>
        </p:nvSpPr>
        <p:spPr>
          <a:xfrm>
            <a:off x="752134" y="4718026"/>
            <a:ext cx="4962865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CIS 4560-01 (32129)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Introduction to Big Data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Professor Woo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04 May 2026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2" name="Rectangle 207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9297F9-93B9-A2E1-57D8-224BF473D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1090" y="68580"/>
            <a:ext cx="6236208" cy="1307592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pic>
        <p:nvPicPr>
          <p:cNvPr id="2050" name="Picture 2" descr="Q&amp;A: The Heat Is On. Why Worry About Climate Change?">
            <a:extLst>
              <a:ext uri="{FF2B5EF4-FFF2-40B4-BE49-F238E27FC236}">
                <a16:creationId xmlns:a16="http://schemas.microsoft.com/office/drawing/2014/main" id="{11FB720F-90A5-77F2-A69D-6A81C9931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30" r="22579" b="-2"/>
          <a:stretch>
            <a:fillRect/>
          </a:stretch>
        </p:blipFill>
        <p:spPr bwMode="auto">
          <a:xfrm>
            <a:off x="20" y="-1"/>
            <a:ext cx="466342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74" name="Straight Connector 2073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2A6DE7-0F1B-7376-F4F7-78F1E77D79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99851"/>
              </p:ext>
            </p:extLst>
          </p:nvPr>
        </p:nvGraphicFramePr>
        <p:xfrm>
          <a:off x="5171090" y="1444752"/>
          <a:ext cx="6794938" cy="48535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72285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0E0BB1-6104-34A8-626C-182608136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A64EB-B24C-A9E0-27A4-2C06CAA0D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68580"/>
            <a:ext cx="2626969" cy="130759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Abstract</a:t>
            </a:r>
          </a:p>
        </p:txBody>
      </p:sp>
      <p:cxnSp>
        <p:nvCxnSpPr>
          <p:cNvPr id="2064" name="Straight Connector 2063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C980B-46EE-3147-DD03-2CFE0BF87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1086364"/>
            <a:ext cx="6001512" cy="50766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Our project utilizes the </a:t>
            </a:r>
            <a:r>
              <a:rPr lang="en-US" i="1" dirty="0"/>
              <a:t>Climate Change: Earth Surface Temperature Data</a:t>
            </a:r>
            <a:r>
              <a:rPr lang="en-US" dirty="0"/>
              <a:t> dataset from Kaggle</a:t>
            </a:r>
          </a:p>
          <a:p>
            <a:pPr>
              <a:lnSpc>
                <a:spcPct val="150000"/>
              </a:lnSpc>
            </a:pPr>
            <a:r>
              <a:rPr lang="en-US" dirty="0"/>
              <a:t>The dataset contains monthly global temperature records from the 18</a:t>
            </a:r>
            <a:r>
              <a:rPr lang="en-US" baseline="30000" dirty="0"/>
              <a:t>th</a:t>
            </a:r>
            <a:r>
              <a:rPr lang="en-US" dirty="0"/>
              <a:t> through the 21</a:t>
            </a:r>
            <a:r>
              <a:rPr lang="en-US" baseline="30000" dirty="0"/>
              <a:t>st</a:t>
            </a:r>
            <a:r>
              <a:rPr lang="en-US" dirty="0"/>
              <a:t> century</a:t>
            </a:r>
          </a:p>
          <a:p>
            <a:pPr>
              <a:lnSpc>
                <a:spcPct val="150000"/>
              </a:lnSpc>
            </a:pPr>
            <a:r>
              <a:rPr lang="en-US" dirty="0"/>
              <a:t>Our group demonstrates how large-scale climate data can be processed using big data tools, such as Hadoop and Hive</a:t>
            </a:r>
          </a:p>
          <a:p>
            <a:pPr>
              <a:lnSpc>
                <a:spcPct val="150000"/>
              </a:lnSpc>
            </a:pPr>
            <a:r>
              <a:rPr lang="en-US" dirty="0"/>
              <a:t>Applies data processing, visualization, and distributed computing to identify long-term warming trends and regional variation</a:t>
            </a:r>
          </a:p>
          <a:p>
            <a:endParaRPr lang="en-US" dirty="0"/>
          </a:p>
        </p:txBody>
      </p:sp>
      <p:pic>
        <p:nvPicPr>
          <p:cNvPr id="2050" name="Picture 2" descr="Pace of Climate Change Sends Economists Back to Drawing Board - The New  York Times">
            <a:extLst>
              <a:ext uri="{FF2B5EF4-FFF2-40B4-BE49-F238E27FC236}">
                <a16:creationId xmlns:a16="http://schemas.microsoft.com/office/drawing/2014/main" id="{0A5010F5-E98A-5F78-D022-C9AAA6E56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3172"/>
          <a:stretch>
            <a:fillRect/>
          </a:stretch>
        </p:blipFill>
        <p:spPr bwMode="auto">
          <a:xfrm>
            <a:off x="7274560" y="1086364"/>
            <a:ext cx="4202057" cy="5067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823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6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00898-25A6-F947-8A02-102865AAB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172357"/>
            <a:ext cx="3799763" cy="1473200"/>
          </a:xfrm>
        </p:spPr>
        <p:txBody>
          <a:bodyPr>
            <a:normAutofit/>
          </a:bodyPr>
          <a:lstStyle/>
          <a:p>
            <a:r>
              <a:rPr lang="en-US" sz="3600" dirty="0"/>
              <a:t>Introduction</a:t>
            </a:r>
          </a:p>
        </p:txBody>
      </p:sp>
      <p:cxnSp>
        <p:nvCxnSpPr>
          <p:cNvPr id="2066" name="Straight Connector 2065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65B98-B14A-7D83-C20D-2783FD887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2371"/>
            <a:ext cx="4847897" cy="567184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Global surface temperatures have increased significantly since the 19</a:t>
            </a:r>
            <a:r>
              <a:rPr lang="en-US" baseline="30000" dirty="0"/>
              <a:t>th</a:t>
            </a:r>
            <a:r>
              <a:rPr lang="en-US" dirty="0"/>
              <a:t> century </a:t>
            </a:r>
          </a:p>
          <a:p>
            <a:pPr>
              <a:lnSpc>
                <a:spcPct val="150000"/>
              </a:lnSpc>
            </a:pPr>
            <a:r>
              <a:rPr lang="en-US" dirty="0"/>
              <a:t>Large-scale historical climate datasets require distributed systems for efficient analysis</a:t>
            </a:r>
          </a:p>
          <a:p>
            <a:pPr>
              <a:lnSpc>
                <a:spcPct val="150000"/>
              </a:lnSpc>
            </a:pPr>
            <a:r>
              <a:rPr lang="en-US" dirty="0"/>
              <a:t>The dataset includes multi-level geographic data</a:t>
            </a:r>
          </a:p>
          <a:p>
            <a:pPr>
              <a:lnSpc>
                <a:spcPct val="150000"/>
              </a:lnSpc>
            </a:pPr>
            <a:r>
              <a:rPr lang="en-US" dirty="0"/>
              <a:t>Our project demonstrates how big data tools can process complex environmental datasets and compare long-term variation across regions</a:t>
            </a:r>
          </a:p>
          <a:p>
            <a:pPr>
              <a:lnSpc>
                <a:spcPct val="100000"/>
              </a:lnSpc>
            </a:pPr>
            <a:endParaRPr lang="en-US" sz="17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541979-BB42-77ED-BA79-BA66AE26B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8" r="-3" b="-3"/>
          <a:stretch>
            <a:fillRect/>
          </a:stretch>
        </p:blipFill>
        <p:spPr bwMode="auto">
          <a:xfrm>
            <a:off x="4981575" y="735286"/>
            <a:ext cx="6495042" cy="5419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2761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17507-61F5-ADFB-77A2-B1A02806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FC9AF-4DC2-783D-F7E5-8D3549939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254" y="122310"/>
            <a:ext cx="9809487" cy="130759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Significance and Research Objectives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EF69D5-2775-8BDD-9799-006B356B17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91255" y="1111469"/>
          <a:ext cx="9809486" cy="4905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31046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203A2-46FD-BB55-AC14-BE2EAE6A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43" name="Rectangle 314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E39BE-F619-1DB7-181E-30925F9D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8665"/>
            <a:ext cx="10687812" cy="79819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Dataset overview</a:t>
            </a:r>
          </a:p>
        </p:txBody>
      </p:sp>
      <p:cxnSp>
        <p:nvCxnSpPr>
          <p:cNvPr id="3145" name="Straight Connector 3144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203AF-31EC-5FEA-469B-F9CC10EF0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065" y="807641"/>
            <a:ext cx="9421505" cy="3806441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Dataset Size:</a:t>
            </a:r>
          </a:p>
          <a:p>
            <a:pPr marL="1657350" lvl="3" indent="-285750"/>
            <a:r>
              <a:rPr lang="en-US" sz="2000" dirty="0"/>
              <a:t>600.6 MB</a:t>
            </a:r>
          </a:p>
          <a:p>
            <a:pPr marL="1657350" lvl="3" indent="-285750"/>
            <a:r>
              <a:rPr lang="en-US" sz="2000" dirty="0"/>
              <a:t>Approximately 8.5M rows</a:t>
            </a:r>
          </a:p>
          <a:p>
            <a:pPr marL="2286000" lvl="5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b="1" dirty="0"/>
              <a:t>Dataset Timescale:</a:t>
            </a:r>
          </a:p>
          <a:p>
            <a:pPr marL="1657350" lvl="3" indent="-285750"/>
            <a:r>
              <a:rPr lang="en-US" sz="2000" dirty="0"/>
              <a:t>1743-2013</a:t>
            </a:r>
          </a:p>
          <a:p>
            <a:pPr marL="2286000" lvl="5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b="1" dirty="0"/>
              <a:t>Dataset Attributes:</a:t>
            </a:r>
          </a:p>
          <a:p>
            <a:pPr marL="1657350" lvl="3" indent="-285750"/>
            <a:r>
              <a:rPr lang="en-US" sz="2000" dirty="0"/>
              <a:t>Date, Average Temperature, City, Country, and Coordinates </a:t>
            </a:r>
          </a:p>
        </p:txBody>
      </p:sp>
      <p:cxnSp>
        <p:nvCxnSpPr>
          <p:cNvPr id="3147" name="Straight Connector 3146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6C8757C-5162-6674-039A-08C008DAA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" t="45070" r="414" b="30416"/>
          <a:stretch>
            <a:fillRect/>
          </a:stretch>
        </p:blipFill>
        <p:spPr>
          <a:xfrm>
            <a:off x="814227" y="5054026"/>
            <a:ext cx="10568708" cy="162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17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DB31C3-2FEC-9CCC-3BBB-87B11F0B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080FEA-5335-B7A6-BE78-FEAD4EEFA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84" y="118631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Dataset Files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38CDCC2-FF56-B82D-ACF3-C602EA5E1700}"/>
              </a:ext>
            </a:extLst>
          </p:cNvPr>
          <p:cNvGraphicFramePr>
            <a:graphicFrameLocks noGrp="1"/>
          </p:cNvGraphicFramePr>
          <p:nvPr/>
        </p:nvGraphicFramePr>
        <p:xfrm>
          <a:off x="4697506" y="318256"/>
          <a:ext cx="6660776" cy="594784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188920">
                  <a:extLst>
                    <a:ext uri="{9D8B030D-6E8A-4147-A177-3AD203B41FA5}">
                      <a16:colId xmlns:a16="http://schemas.microsoft.com/office/drawing/2014/main" val="281395739"/>
                    </a:ext>
                  </a:extLst>
                </a:gridCol>
                <a:gridCol w="1471856">
                  <a:extLst>
                    <a:ext uri="{9D8B030D-6E8A-4147-A177-3AD203B41FA5}">
                      <a16:colId xmlns:a16="http://schemas.microsoft.com/office/drawing/2014/main" val="1613350611"/>
                    </a:ext>
                  </a:extLst>
                </a:gridCol>
              </a:tblGrid>
              <a:tr h="41107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Data </a:t>
                      </a:r>
                    </a:p>
                  </a:txBody>
                  <a:tcPr marL="60594" marR="60594" marT="41550" marB="41550" anchor="ctr">
                    <a:gradFill>
                      <a:gsLst>
                        <a:gs pos="0">
                          <a:schemeClr val="accent3">
                            <a:lumMod val="67000"/>
                          </a:schemeClr>
                        </a:gs>
                        <a:gs pos="48000">
                          <a:schemeClr val="accent3">
                            <a:lumMod val="97000"/>
                            <a:lumOff val="3000"/>
                          </a:schemeClr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Size </a:t>
                      </a:r>
                    </a:p>
                  </a:txBody>
                  <a:tcPr marL="60594" marR="60594" marT="41550" marB="41550" anchor="ctr">
                    <a:gradFill>
                      <a:gsLst>
                        <a:gs pos="0">
                          <a:schemeClr val="accent3">
                            <a:lumMod val="67000"/>
                          </a:schemeClr>
                        </a:gs>
                        <a:gs pos="48000">
                          <a:schemeClr val="accent3">
                            <a:lumMod val="97000"/>
                            <a:lumOff val="3000"/>
                          </a:schemeClr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5646704"/>
                  </a:ext>
                </a:extLst>
              </a:tr>
              <a:tr h="965609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ln>
                            <a:solidFill>
                              <a:schemeClr val="accent2">
                                <a:shade val="1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GlobalLandTemperaturesByCity.csv </a:t>
                      </a:r>
                      <a:endParaRPr lang="en-US" sz="2000" dirty="0">
                        <a:ln>
                          <a:solidFill>
                            <a:schemeClr val="accent2">
                              <a:shade val="15000"/>
                            </a:schemeClr>
                          </a:solidFill>
                        </a:ln>
                        <a:effectLst/>
                      </a:endParaRPr>
                    </a:p>
                  </a:txBody>
                  <a:tcPr marL="60594" marR="60594" marT="41550" marB="41550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2000">
                          <a:ln>
                            <a:solidFill>
                              <a:schemeClr val="accent2">
                                <a:shade val="1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532.83 MB </a:t>
                      </a:r>
                      <a:endParaRPr lang="en-US" sz="2000">
                        <a:ln>
                          <a:solidFill>
                            <a:schemeClr val="accent2">
                              <a:shade val="15000"/>
                            </a:schemeClr>
                          </a:solidFill>
                        </a:ln>
                        <a:effectLst/>
                      </a:endParaRPr>
                    </a:p>
                  </a:txBody>
                  <a:tcPr marL="60594" marR="60594" marT="41550" marB="41550" anchor="ctr"/>
                </a:tc>
                <a:extLst>
                  <a:ext uri="{0D108BD9-81ED-4DB2-BD59-A6C34878D82A}">
                    <a16:rowId xmlns:a16="http://schemas.microsoft.com/office/drawing/2014/main" val="1856836815"/>
                  </a:ext>
                </a:extLst>
              </a:tr>
              <a:tr h="965609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ln>
                            <a:solidFill>
                              <a:schemeClr val="accent2">
                                <a:shade val="1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GlobalLandTemperaturesByCountry.csv </a:t>
                      </a:r>
                      <a:endParaRPr lang="en-US" sz="2000" dirty="0">
                        <a:ln>
                          <a:solidFill>
                            <a:schemeClr val="accent2">
                              <a:shade val="15000"/>
                            </a:schemeClr>
                          </a:solidFill>
                        </a:ln>
                        <a:effectLst/>
                      </a:endParaRPr>
                    </a:p>
                  </a:txBody>
                  <a:tcPr marL="60594" marR="60594" marT="41550" marB="41550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ln>
                            <a:solidFill>
                              <a:schemeClr val="accent2">
                                <a:shade val="1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22.68 MB </a:t>
                      </a:r>
                      <a:endParaRPr lang="en-US" sz="2000" dirty="0">
                        <a:ln>
                          <a:solidFill>
                            <a:schemeClr val="accent2">
                              <a:shade val="15000"/>
                            </a:schemeClr>
                          </a:solidFill>
                        </a:ln>
                        <a:effectLst/>
                      </a:endParaRPr>
                    </a:p>
                  </a:txBody>
                  <a:tcPr marL="60594" marR="60594" marT="41550" marB="41550" anchor="ctr"/>
                </a:tc>
                <a:extLst>
                  <a:ext uri="{0D108BD9-81ED-4DB2-BD59-A6C34878D82A}">
                    <a16:rowId xmlns:a16="http://schemas.microsoft.com/office/drawing/2014/main" val="3006747985"/>
                  </a:ext>
                </a:extLst>
              </a:tr>
              <a:tr h="965609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ln>
                            <a:solidFill>
                              <a:schemeClr val="accent2">
                                <a:shade val="1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GlobalLandTemperaturesByMajorCity.csv </a:t>
                      </a:r>
                      <a:endParaRPr lang="en-US" sz="2000" dirty="0">
                        <a:ln>
                          <a:solidFill>
                            <a:schemeClr val="accent2">
                              <a:shade val="15000"/>
                            </a:schemeClr>
                          </a:solidFill>
                        </a:ln>
                        <a:effectLst/>
                      </a:endParaRPr>
                    </a:p>
                  </a:txBody>
                  <a:tcPr marL="60594" marR="60594" marT="41550" marB="41550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ln>
                            <a:solidFill>
                              <a:schemeClr val="accent2">
                                <a:shade val="1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14.11 MB </a:t>
                      </a:r>
                      <a:endParaRPr lang="en-US" sz="2000" dirty="0">
                        <a:ln>
                          <a:solidFill>
                            <a:schemeClr val="accent2">
                              <a:shade val="15000"/>
                            </a:schemeClr>
                          </a:solidFill>
                        </a:ln>
                        <a:effectLst/>
                      </a:endParaRPr>
                    </a:p>
                  </a:txBody>
                  <a:tcPr marL="60594" marR="60594" marT="41550" marB="41550" anchor="ctr"/>
                </a:tc>
                <a:extLst>
                  <a:ext uri="{0D108BD9-81ED-4DB2-BD59-A6C34878D82A}">
                    <a16:rowId xmlns:a16="http://schemas.microsoft.com/office/drawing/2014/main" val="211420418"/>
                  </a:ext>
                </a:extLst>
              </a:tr>
              <a:tr h="965609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ln>
                            <a:solidFill>
                              <a:schemeClr val="accent2">
                                <a:shade val="1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GlobalLandTemperaturesByState.csv </a:t>
                      </a:r>
                      <a:endParaRPr lang="en-US" sz="2000" dirty="0">
                        <a:ln>
                          <a:solidFill>
                            <a:schemeClr val="accent2">
                              <a:shade val="15000"/>
                            </a:schemeClr>
                          </a:solidFill>
                        </a:ln>
                        <a:effectLst/>
                      </a:endParaRPr>
                    </a:p>
                  </a:txBody>
                  <a:tcPr marL="60594" marR="60594" marT="41550" marB="41550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ln>
                            <a:solidFill>
                              <a:schemeClr val="accent2">
                                <a:shade val="1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30.77 MB </a:t>
                      </a:r>
                      <a:endParaRPr lang="en-US" sz="2000" dirty="0">
                        <a:ln>
                          <a:solidFill>
                            <a:schemeClr val="accent2">
                              <a:shade val="15000"/>
                            </a:schemeClr>
                          </a:solidFill>
                        </a:ln>
                        <a:effectLst/>
                      </a:endParaRPr>
                    </a:p>
                  </a:txBody>
                  <a:tcPr marL="60594" marR="60594" marT="41550" marB="41550" anchor="ctr"/>
                </a:tc>
                <a:extLst>
                  <a:ext uri="{0D108BD9-81ED-4DB2-BD59-A6C34878D82A}">
                    <a16:rowId xmlns:a16="http://schemas.microsoft.com/office/drawing/2014/main" val="163888010"/>
                  </a:ext>
                </a:extLst>
              </a:tr>
              <a:tr h="965609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ln>
                            <a:solidFill>
                              <a:schemeClr val="accent2">
                                <a:shade val="1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GlobalTemperatures.csv </a:t>
                      </a:r>
                      <a:endParaRPr lang="en-US" sz="2000" dirty="0">
                        <a:ln>
                          <a:solidFill>
                            <a:schemeClr val="accent2">
                              <a:shade val="15000"/>
                            </a:schemeClr>
                          </a:solidFill>
                        </a:ln>
                        <a:effectLst/>
                      </a:endParaRPr>
                    </a:p>
                  </a:txBody>
                  <a:tcPr marL="60594" marR="60594" marT="41550" marB="41550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ln>
                            <a:solidFill>
                              <a:schemeClr val="accent2">
                                <a:shade val="15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205.88 KB </a:t>
                      </a:r>
                      <a:endParaRPr lang="en-US" sz="2000" dirty="0">
                        <a:ln>
                          <a:solidFill>
                            <a:schemeClr val="accent2">
                              <a:shade val="15000"/>
                            </a:schemeClr>
                          </a:solidFill>
                        </a:ln>
                        <a:effectLst/>
                      </a:endParaRPr>
                    </a:p>
                  </a:txBody>
                  <a:tcPr marL="60594" marR="60594" marT="41550" marB="41550" anchor="ctr"/>
                </a:tc>
                <a:extLst>
                  <a:ext uri="{0D108BD9-81ED-4DB2-BD59-A6C34878D82A}">
                    <a16:rowId xmlns:a16="http://schemas.microsoft.com/office/drawing/2014/main" val="2364398468"/>
                  </a:ext>
                </a:extLst>
              </a:tr>
              <a:tr h="70872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Total </a:t>
                      </a:r>
                    </a:p>
                  </a:txBody>
                  <a:tcPr marL="60594" marR="60594" marT="41550" marB="41550" anchor="ctr">
                    <a:gradFill>
                      <a:gsLst>
                        <a:gs pos="0">
                          <a:schemeClr val="accent3">
                            <a:lumMod val="67000"/>
                          </a:schemeClr>
                        </a:gs>
                        <a:gs pos="48000">
                          <a:schemeClr val="accent3">
                            <a:lumMod val="97000"/>
                            <a:lumOff val="3000"/>
                          </a:schemeClr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</a:rPr>
                        <a:t>600.6 MB </a:t>
                      </a:r>
                    </a:p>
                  </a:txBody>
                  <a:tcPr marL="60594" marR="60594" marT="41550" marB="41550" anchor="ctr">
                    <a:gradFill>
                      <a:gsLst>
                        <a:gs pos="0">
                          <a:schemeClr val="accent3">
                            <a:lumMod val="67000"/>
                          </a:schemeClr>
                        </a:gs>
                        <a:gs pos="48000">
                          <a:schemeClr val="accent3">
                            <a:lumMod val="97000"/>
                            <a:lumOff val="3000"/>
                          </a:schemeClr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61894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962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2047C-BE18-8E5B-27F6-80FEE7527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1193" y="73783"/>
            <a:ext cx="7119324" cy="79079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Process	 &amp; 	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B99B7-7EA7-773D-2689-1905B122C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0535" y="1155032"/>
            <a:ext cx="5212080" cy="4977753"/>
          </a:xfrm>
        </p:spPr>
        <p:txBody>
          <a:bodyPr>
            <a:normAutofit/>
          </a:bodyPr>
          <a:lstStyle/>
          <a:p>
            <a:r>
              <a:rPr lang="en-US" dirty="0"/>
              <a:t>Designed a structured workflow to support tempo-spatial analysis of temperature data, from data ingestion → HDFS storage → Hive querying → CSV output → Visualization &amp; Analyzation</a:t>
            </a:r>
          </a:p>
          <a:p>
            <a:r>
              <a:rPr lang="en-US" dirty="0"/>
              <a:t>Applied aggregational techniques to compute yearly and regional temperature averages</a:t>
            </a:r>
          </a:p>
          <a:p>
            <a:r>
              <a:rPr lang="en-US" dirty="0"/>
              <a:t>Organized data across multiple geographic levels for comparison</a:t>
            </a:r>
          </a:p>
          <a:p>
            <a:r>
              <a:rPr lang="en-US" dirty="0"/>
              <a:t>Integrated outputs into formats suitable for analyzations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6C46E-148C-C003-3F60-C0E9974C4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3233" y="1155032"/>
            <a:ext cx="4807221" cy="4977753"/>
          </a:xfrm>
        </p:spPr>
        <p:txBody>
          <a:bodyPr>
            <a:normAutofit/>
          </a:bodyPr>
          <a:lstStyle/>
          <a:p>
            <a:r>
              <a:rPr lang="en-US" dirty="0"/>
              <a:t>Dealing with missing/sparse historical temperature records</a:t>
            </a:r>
          </a:p>
          <a:p>
            <a:r>
              <a:rPr lang="en-US" dirty="0"/>
              <a:t>Maintaining and Aligning data consistently across datasets with different geographic granularity for accurate trend analysis</a:t>
            </a:r>
          </a:p>
          <a:p>
            <a:r>
              <a:rPr lang="en-US" dirty="0"/>
              <a:t>Interpreting large-scale aggregated results without losing regional detail</a:t>
            </a:r>
          </a:p>
          <a:p>
            <a:r>
              <a:rPr lang="en-US" dirty="0"/>
              <a:t>Ensuring visualizations accurately reflect both temporal and spatial patterns</a:t>
            </a:r>
          </a:p>
        </p:txBody>
      </p:sp>
    </p:spTree>
    <p:extLst>
      <p:ext uri="{BB962C8B-B14F-4D97-AF65-F5344CB8AC3E}">
        <p14:creationId xmlns:p14="http://schemas.microsoft.com/office/powerpoint/2010/main" val="4170133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01A0C-B9B2-6209-9BCE-88712B7BC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63040-277B-D091-5431-789F2E8E2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76200"/>
            <a:ext cx="6627924" cy="87405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Our Work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0BE52E3-A8AC-C6DB-EA16-C655C0E7E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" r="7210" b="1"/>
          <a:stretch>
            <a:fillRect/>
          </a:stretch>
        </p:blipFill>
        <p:spPr bwMode="auto">
          <a:xfrm>
            <a:off x="20" y="-17929"/>
            <a:ext cx="4206220" cy="687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0" name="Straight Connector 1039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18D6F-BE6E-C6CE-BBA9-71FD9904A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2707" y="806824"/>
            <a:ext cx="7758952" cy="515506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Data Processing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Extracted Berkely Earth Temperature dataset from Kaggle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Cleaned and Structured ~600 MB of Data using Hadoop DFS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Queried Dataset using Hive to prepare data for analysis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Tempo-Spatial Analysis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Analyzed Temperature Records from the 1700s to 2010s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Calculated and Compared temperature changes/trends over time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Identified long-term global warming patterns and regional variation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Visualization and Output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Created Visualizations using Excel and Tableau to display temporal and geographic trends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Processed data and presented findings in an interpretable, data-driven format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728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33" name="Rectangle 923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F821F9-C8B9-6A7B-5B00-AE153601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41" y="81789"/>
            <a:ext cx="3799763" cy="14732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Relevance to class</a:t>
            </a:r>
          </a:p>
        </p:txBody>
      </p:sp>
      <p:cxnSp>
        <p:nvCxnSpPr>
          <p:cNvPr id="9235" name="Straight Connector 9234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D02ED-83EA-E5E1-F4CF-735ECB3D1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59216"/>
            <a:ext cx="4505752" cy="51660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Demonstrated use of Hadoop Ecosystem</a:t>
            </a:r>
          </a:p>
          <a:p>
            <a:pPr>
              <a:lnSpc>
                <a:spcPct val="100000"/>
              </a:lnSpc>
            </a:pPr>
            <a:r>
              <a:rPr lang="en-US" dirty="0"/>
              <a:t>Applied distributed data storage and processing techniques</a:t>
            </a:r>
          </a:p>
          <a:p>
            <a:pPr>
              <a:lnSpc>
                <a:spcPct val="100000"/>
              </a:lnSpc>
            </a:pPr>
            <a:r>
              <a:rPr lang="en-US" dirty="0"/>
              <a:t>Handled multi-file, large-scale dataset using structured queries</a:t>
            </a:r>
          </a:p>
          <a:p>
            <a:pPr>
              <a:lnSpc>
                <a:spcPct val="100000"/>
              </a:lnSpc>
            </a:pPr>
            <a:r>
              <a:rPr lang="en-US" dirty="0"/>
              <a:t>Performed tempo-spatial analysis of chronological and geographic data</a:t>
            </a:r>
          </a:p>
          <a:p>
            <a:pPr>
              <a:lnSpc>
                <a:spcPct val="100000"/>
              </a:lnSpc>
            </a:pPr>
            <a:r>
              <a:rPr lang="en-US" dirty="0"/>
              <a:t>Integrated and implemented data engineering, querying, and visualization tools</a:t>
            </a:r>
          </a:p>
          <a:p>
            <a:pPr>
              <a:lnSpc>
                <a:spcPct val="100000"/>
              </a:lnSpc>
            </a:pPr>
            <a:r>
              <a:rPr lang="en-US" dirty="0"/>
              <a:t>Results suggest a value in expanding this work regarding the continued monitoring of regional climate trends 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pic>
        <p:nvPicPr>
          <p:cNvPr id="9221" name="Picture 5" descr="Shut off your computer - The Global Warming Survival Guide - TIME">
            <a:extLst>
              <a:ext uri="{FF2B5EF4-FFF2-40B4-BE49-F238E27FC236}">
                <a16:creationId xmlns:a16="http://schemas.microsoft.com/office/drawing/2014/main" id="{80676592-8E00-3407-831C-F8F163AC1E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" r="-295" b="3830"/>
          <a:stretch>
            <a:fillRect/>
          </a:stretch>
        </p:blipFill>
        <p:spPr bwMode="auto">
          <a:xfrm>
            <a:off x="4608469" y="722376"/>
            <a:ext cx="7492637" cy="5084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836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84806-BE8F-51DC-C7A9-9210002E0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71FC-4744-DD7B-FA1E-7E7E1689B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19" y="69471"/>
            <a:ext cx="11781362" cy="41630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System &amp; Hardware specifications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F9E784A-FEED-0FC4-0FBB-7568D14ED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572169"/>
              </p:ext>
            </p:extLst>
          </p:nvPr>
        </p:nvGraphicFramePr>
        <p:xfrm>
          <a:off x="2438400" y="1183730"/>
          <a:ext cx="7653792" cy="416304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939716">
                  <a:extLst>
                    <a:ext uri="{9D8B030D-6E8A-4147-A177-3AD203B41FA5}">
                      <a16:colId xmlns:a16="http://schemas.microsoft.com/office/drawing/2014/main" val="281395739"/>
                    </a:ext>
                  </a:extLst>
                </a:gridCol>
                <a:gridCol w="4714076">
                  <a:extLst>
                    <a:ext uri="{9D8B030D-6E8A-4147-A177-3AD203B41FA5}">
                      <a16:colId xmlns:a16="http://schemas.microsoft.com/office/drawing/2014/main" val="1613350611"/>
                    </a:ext>
                  </a:extLst>
                </a:gridCol>
              </a:tblGrid>
              <a:tr h="52903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Type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704" marR="253704" marT="126853" marB="126853" anchor="ctr">
                    <a:gradFill>
                      <a:gsLst>
                        <a:gs pos="0">
                          <a:schemeClr val="accent3">
                            <a:lumMod val="67000"/>
                          </a:schemeClr>
                        </a:gs>
                        <a:gs pos="48000">
                          <a:schemeClr val="accent3">
                            <a:lumMod val="97000"/>
                            <a:lumOff val="3000"/>
                          </a:schemeClr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Specification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704" marR="253704" marT="126853" marB="126853" anchor="ctr">
                    <a:gradFill>
                      <a:gsLst>
                        <a:gs pos="0">
                          <a:schemeClr val="accent3">
                            <a:lumMod val="67000"/>
                          </a:schemeClr>
                        </a:gs>
                        <a:gs pos="48000">
                          <a:schemeClr val="accent3">
                            <a:lumMod val="97000"/>
                            <a:lumOff val="3000"/>
                          </a:schemeClr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5646704"/>
                  </a:ext>
                </a:extLst>
              </a:tr>
              <a:tr h="799107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Number of Nodes 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704" marR="253704" marT="126853" marB="126853" anchor="ctr"/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80"/>
                        </a:lnSpc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704" marR="253704" marT="126853" marB="126853" anchor="ctr"/>
                </a:tc>
                <a:extLst>
                  <a:ext uri="{0D108BD9-81ED-4DB2-BD59-A6C34878D82A}">
                    <a16:rowId xmlns:a16="http://schemas.microsoft.com/office/drawing/2014/main" val="1856836815"/>
                  </a:ext>
                </a:extLst>
              </a:tr>
              <a:tr h="79910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CPU 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704" marR="253704" marT="126853" marB="126853" anchor="ctr"/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Intel Core i7-12700T 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704" marR="253704" marT="126853" marB="126853" anchor="ctr"/>
                </a:tc>
                <a:extLst>
                  <a:ext uri="{0D108BD9-81ED-4DB2-BD59-A6C34878D82A}">
                    <a16:rowId xmlns:a16="http://schemas.microsoft.com/office/drawing/2014/main" val="3006747985"/>
                  </a:ext>
                </a:extLst>
              </a:tr>
              <a:tr h="51285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Threads 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704" marR="253704" marT="126853" marB="126853" anchor="ctr"/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80"/>
                        </a:lnSpc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704" marR="253704" marT="126853" marB="126853" anchor="ctr"/>
                </a:tc>
                <a:extLst>
                  <a:ext uri="{0D108BD9-81ED-4DB2-BD59-A6C34878D82A}">
                    <a16:rowId xmlns:a16="http://schemas.microsoft.com/office/drawing/2014/main" val="211420418"/>
                  </a:ext>
                </a:extLst>
              </a:tr>
              <a:tr h="51285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buNone/>
                      </a:pPr>
                      <a:r>
                        <a:rPr lang="en-US" sz="2400" b="1" i="0" u="none" strike="noStrike">
                          <a:effectLst/>
                          <a:latin typeface="Times New Roman" panose="02020603050405020304" pitchFamily="18" charset="0"/>
                        </a:rPr>
                        <a:t>CPU 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704" marR="253704" marT="126853" marB="126853" anchor="ctr"/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80"/>
                        </a:lnSpc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Times New Roman" panose="02020603050405020304" pitchFamily="18" charset="0"/>
                        </a:rPr>
                        <a:t>1.5 GHz</a:t>
                      </a:r>
                      <a:r>
                        <a:rPr lang="en-US" sz="2400" b="1" i="0" u="none" strike="noStrike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704" marR="253704" marT="126853" marB="126853" anchor="ctr"/>
                </a:tc>
                <a:extLst>
                  <a:ext uri="{0D108BD9-81ED-4DB2-BD59-A6C34878D82A}">
                    <a16:rowId xmlns:a16="http://schemas.microsoft.com/office/drawing/2014/main" val="163888010"/>
                  </a:ext>
                </a:extLst>
              </a:tr>
              <a:tr h="51285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buNone/>
                      </a:pPr>
                      <a:r>
                        <a:rPr lang="en-US" sz="2400" b="1" i="0" u="none" strike="noStrike">
                          <a:effectLst/>
                          <a:latin typeface="Times New Roman" panose="02020603050405020304" pitchFamily="18" charset="0"/>
                        </a:rPr>
                        <a:t>Memory 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704" marR="253704" marT="126853" marB="126853" anchor="ctr"/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80"/>
                        </a:lnSpc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Times New Roman" panose="02020603050405020304" pitchFamily="18" charset="0"/>
                        </a:rPr>
                        <a:t>16 GB</a:t>
                      </a:r>
                      <a:r>
                        <a:rPr lang="en-US" sz="2400" b="1" i="0" u="none" strike="noStrike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704" marR="253704" marT="126853" marB="126853" anchor="ctr"/>
                </a:tc>
                <a:extLst>
                  <a:ext uri="{0D108BD9-81ED-4DB2-BD59-A6C34878D82A}">
                    <a16:rowId xmlns:a16="http://schemas.microsoft.com/office/drawing/2014/main" val="2364398468"/>
                  </a:ext>
                </a:extLst>
              </a:tr>
              <a:tr h="49722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buNone/>
                      </a:pPr>
                      <a:r>
                        <a:rPr lang="en-US" sz="2400" b="1" i="0" u="none" strike="noStrike" dirty="0">
                          <a:effectLst/>
                          <a:latin typeface="Times New Roman" panose="02020603050405020304" pitchFamily="18" charset="0"/>
                        </a:rPr>
                        <a:t>Storage 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704" marR="253704" marT="126853" marB="12685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80"/>
                        </a:lnSpc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Times New Roman" panose="02020603050405020304" pitchFamily="18" charset="0"/>
                        </a:rPr>
                        <a:t>953 GB</a:t>
                      </a:r>
                      <a:r>
                        <a:rPr lang="en-US" sz="2400" b="1" i="0" u="none" strike="noStrike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704" marR="253704" marT="126853" marB="12685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894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13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9F3A23E-10A1-66E9-B924-346BE44658FA}"/>
              </a:ext>
            </a:extLst>
          </p:cNvPr>
          <p:cNvSpPr/>
          <p:nvPr/>
        </p:nvSpPr>
        <p:spPr>
          <a:xfrm>
            <a:off x="4888397" y="1213946"/>
            <a:ext cx="3516109" cy="4816364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639D3F-7C00-0DF9-D3A3-441052DBEA94}"/>
              </a:ext>
            </a:extLst>
          </p:cNvPr>
          <p:cNvSpPr/>
          <p:nvPr/>
        </p:nvSpPr>
        <p:spPr>
          <a:xfrm>
            <a:off x="8404506" y="1213945"/>
            <a:ext cx="3348687" cy="481636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DE3A2F-BB85-271C-F7FC-477689B06C95}"/>
              </a:ext>
            </a:extLst>
          </p:cNvPr>
          <p:cNvSpPr/>
          <p:nvPr/>
        </p:nvSpPr>
        <p:spPr>
          <a:xfrm>
            <a:off x="536027" y="1206107"/>
            <a:ext cx="4406726" cy="4824201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74483E-7C1A-43B6-E6D6-6A7D630F7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-22242"/>
            <a:ext cx="10691265" cy="770729"/>
          </a:xfrm>
        </p:spPr>
        <p:txBody>
          <a:bodyPr/>
          <a:lstStyle/>
          <a:p>
            <a:pPr algn="ctr"/>
            <a:r>
              <a:rPr lang="en-US" b="1" dirty="0"/>
              <a:t>Process Workflow</a:t>
            </a:r>
          </a:p>
        </p:txBody>
      </p:sp>
      <p:pic>
        <p:nvPicPr>
          <p:cNvPr id="5" name="Picture 4" descr="10 Tips to Get Started with Kaggle | by ODSC - Open Data Science | Medium">
            <a:extLst>
              <a:ext uri="{FF2B5EF4-FFF2-40B4-BE49-F238E27FC236}">
                <a16:creationId xmlns:a16="http://schemas.microsoft.com/office/drawing/2014/main" id="{0280E190-56E1-6E44-7179-EC21A0621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99" y="4156855"/>
            <a:ext cx="1982488" cy="949853"/>
          </a:xfrm>
          <a:prstGeom prst="rect">
            <a:avLst/>
          </a:prstGeom>
        </p:spPr>
      </p:pic>
      <p:pic>
        <p:nvPicPr>
          <p:cNvPr id="6" name="Picture 5" descr="Top 6 Pros and Cons of Microsoft OneDrive">
            <a:extLst>
              <a:ext uri="{FF2B5EF4-FFF2-40B4-BE49-F238E27FC236}">
                <a16:creationId xmlns:a16="http://schemas.microsoft.com/office/drawing/2014/main" id="{11CAA504-59A7-8740-BA9A-B156645B49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33" t="-417" r="7292" b="-7243"/>
          <a:stretch>
            <a:fillRect/>
          </a:stretch>
        </p:blipFill>
        <p:spPr>
          <a:xfrm>
            <a:off x="2579640" y="2891247"/>
            <a:ext cx="1886198" cy="1303258"/>
          </a:xfrm>
          <a:prstGeom prst="rect">
            <a:avLst/>
          </a:prstGeom>
        </p:spPr>
      </p:pic>
      <p:pic>
        <p:nvPicPr>
          <p:cNvPr id="7" name="Picture 6" descr="Hadoop Distributed File System (HDFS) | BSEtec">
            <a:extLst>
              <a:ext uri="{FF2B5EF4-FFF2-40B4-BE49-F238E27FC236}">
                <a16:creationId xmlns:a16="http://schemas.microsoft.com/office/drawing/2014/main" id="{0F05D98A-390C-B7D8-9ED1-6C38AC68F3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171" t="6551" r="17916" b="540"/>
          <a:stretch>
            <a:fillRect/>
          </a:stretch>
        </p:blipFill>
        <p:spPr>
          <a:xfrm>
            <a:off x="4915836" y="2813361"/>
            <a:ext cx="1510212" cy="1315862"/>
          </a:xfrm>
          <a:prstGeom prst="rect">
            <a:avLst/>
          </a:prstGeom>
        </p:spPr>
      </p:pic>
      <p:pic>
        <p:nvPicPr>
          <p:cNvPr id="8" name="Graphic 7" descr="Apache Hive - Wikipedia">
            <a:extLst>
              <a:ext uri="{FF2B5EF4-FFF2-40B4-BE49-F238E27FC236}">
                <a16:creationId xmlns:a16="http://schemas.microsoft.com/office/drawing/2014/main" id="{87E2492D-BC4F-C0AB-FC80-316290D36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0720" y="2707075"/>
            <a:ext cx="1634680" cy="1477943"/>
          </a:xfrm>
          <a:prstGeom prst="rect">
            <a:avLst/>
          </a:prstGeom>
        </p:spPr>
      </p:pic>
      <p:pic>
        <p:nvPicPr>
          <p:cNvPr id="10" name="Picture 9" descr="Tableau Logo and symbol, meaning, history, PNG, brand">
            <a:extLst>
              <a:ext uri="{FF2B5EF4-FFF2-40B4-BE49-F238E27FC236}">
                <a16:creationId xmlns:a16="http://schemas.microsoft.com/office/drawing/2014/main" id="{F6E4470C-BFFB-6089-604D-965EF913EF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5791" y="4247309"/>
            <a:ext cx="1327539" cy="804677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Graphic 10" descr="Microsoft Excel - Wikipedia">
            <a:extLst>
              <a:ext uri="{FF2B5EF4-FFF2-40B4-BE49-F238E27FC236}">
                <a16:creationId xmlns:a16="http://schemas.microsoft.com/office/drawing/2014/main" id="{4A0A6F7E-A4DC-64D6-A716-DD1EF0B8B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5903" y="3110917"/>
            <a:ext cx="977737" cy="92863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8B7197B-772B-0C00-4FAE-E92392B77DA1}"/>
              </a:ext>
            </a:extLst>
          </p:cNvPr>
          <p:cNvSpPr txBox="1"/>
          <p:nvPr/>
        </p:nvSpPr>
        <p:spPr>
          <a:xfrm>
            <a:off x="849219" y="1613713"/>
            <a:ext cx="378034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Data Source: Server and Local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608C2-0452-AAC1-1D5B-AE0B0C56310A}"/>
              </a:ext>
            </a:extLst>
          </p:cNvPr>
          <p:cNvSpPr txBox="1"/>
          <p:nvPr/>
        </p:nvSpPr>
        <p:spPr>
          <a:xfrm>
            <a:off x="5388297" y="1613713"/>
            <a:ext cx="245806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Hadoop &amp; Hive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5CE1A-1962-D7BA-4881-771CCA047F0E}"/>
              </a:ext>
            </a:extLst>
          </p:cNvPr>
          <p:cNvSpPr txBox="1"/>
          <p:nvPr/>
        </p:nvSpPr>
        <p:spPr>
          <a:xfrm>
            <a:off x="800721" y="5054126"/>
            <a:ext cx="231270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4F1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*Original Storage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2942B6-8F46-817C-F894-7DCB4CB6B754}"/>
              </a:ext>
            </a:extLst>
          </p:cNvPr>
          <p:cNvSpPr txBox="1"/>
          <p:nvPr/>
        </p:nvSpPr>
        <p:spPr>
          <a:xfrm>
            <a:off x="8509859" y="1537986"/>
            <a:ext cx="296756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Data Visualization: Tableau &amp; MS Excel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6" name="Arrow: Bent 25">
            <a:extLst>
              <a:ext uri="{FF2B5EF4-FFF2-40B4-BE49-F238E27FC236}">
                <a16:creationId xmlns:a16="http://schemas.microsoft.com/office/drawing/2014/main" id="{9DC09621-7B51-0D59-2561-ED573758F57A}"/>
              </a:ext>
            </a:extLst>
          </p:cNvPr>
          <p:cNvSpPr/>
          <p:nvPr/>
        </p:nvSpPr>
        <p:spPr>
          <a:xfrm>
            <a:off x="1736685" y="3324867"/>
            <a:ext cx="873412" cy="804356"/>
          </a:xfrm>
          <a:prstGeom prst="bentArrow">
            <a:avLst>
              <a:gd name="adj1" fmla="val 25000"/>
              <a:gd name="adj2" fmla="val 23550"/>
              <a:gd name="adj3" fmla="val 25000"/>
              <a:gd name="adj4" fmla="val 43750"/>
            </a:avLst>
          </a:prstGeom>
          <a:solidFill>
            <a:srgbClr val="32B32B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67AEB8CE-00E4-3A3E-D211-28F33DE2333F}"/>
              </a:ext>
            </a:extLst>
          </p:cNvPr>
          <p:cNvSpPr/>
          <p:nvPr/>
        </p:nvSpPr>
        <p:spPr>
          <a:xfrm>
            <a:off x="4483698" y="3281174"/>
            <a:ext cx="404700" cy="329743"/>
          </a:xfrm>
          <a:prstGeom prst="rightArrow">
            <a:avLst>
              <a:gd name="adj1" fmla="val 45219"/>
              <a:gd name="adj2" fmla="val 50000"/>
            </a:avLst>
          </a:prstGeom>
          <a:solidFill>
            <a:srgbClr val="32B32B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544192-36D8-A848-C6C6-F39CC78861E2}"/>
              </a:ext>
            </a:extLst>
          </p:cNvPr>
          <p:cNvSpPr txBox="1"/>
          <p:nvPr/>
        </p:nvSpPr>
        <p:spPr>
          <a:xfrm>
            <a:off x="2649203" y="4091599"/>
            <a:ext cx="19000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4F1"/>
                </a:solidFill>
                <a:effectLst/>
                <a:uLnTx/>
                <a:uFillTx/>
                <a:latin typeface="Calisto MT"/>
                <a:ea typeface="+mn-ea"/>
                <a:cs typeface="+mn-cs"/>
              </a:rPr>
              <a:t>*Local Storage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8F4F1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6BFA25A-F4B4-41CB-83D2-A2D033DADDFA}"/>
              </a:ext>
            </a:extLst>
          </p:cNvPr>
          <p:cNvSpPr/>
          <p:nvPr/>
        </p:nvSpPr>
        <p:spPr>
          <a:xfrm>
            <a:off x="6445601" y="3213133"/>
            <a:ext cx="474970" cy="329743"/>
          </a:xfrm>
          <a:prstGeom prst="rightArrow">
            <a:avLst>
              <a:gd name="adj1" fmla="val 45219"/>
              <a:gd name="adj2" fmla="val 50000"/>
            </a:avLst>
          </a:prstGeom>
          <a:solidFill>
            <a:srgbClr val="32B32B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E730223-618F-68A4-47D6-957545567D8B}"/>
              </a:ext>
            </a:extLst>
          </p:cNvPr>
          <p:cNvSpPr/>
          <p:nvPr/>
        </p:nvSpPr>
        <p:spPr>
          <a:xfrm>
            <a:off x="8064063" y="3211174"/>
            <a:ext cx="1072054" cy="329743"/>
          </a:xfrm>
          <a:prstGeom prst="rightArrow">
            <a:avLst>
              <a:gd name="adj1" fmla="val 45219"/>
              <a:gd name="adj2" fmla="val 50000"/>
            </a:avLst>
          </a:prstGeom>
          <a:solidFill>
            <a:srgbClr val="32B32B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D91A12BC-A512-493D-C009-24F5E35ACFAA}"/>
              </a:ext>
            </a:extLst>
          </p:cNvPr>
          <p:cNvSpPr/>
          <p:nvPr/>
        </p:nvSpPr>
        <p:spPr>
          <a:xfrm flipV="1">
            <a:off x="9471656" y="4039553"/>
            <a:ext cx="873412" cy="854334"/>
          </a:xfrm>
          <a:prstGeom prst="bentArrow">
            <a:avLst>
              <a:gd name="adj1" fmla="val 25000"/>
              <a:gd name="adj2" fmla="val 23550"/>
              <a:gd name="adj3" fmla="val 25000"/>
              <a:gd name="adj4" fmla="val 43750"/>
            </a:avLst>
          </a:prstGeom>
          <a:solidFill>
            <a:srgbClr val="32B32B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8911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749CC7C2-C44D-39F5-5F2A-FEA622E161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1352881"/>
              </p:ext>
            </p:extLst>
          </p:nvPr>
        </p:nvGraphicFramePr>
        <p:xfrm>
          <a:off x="549442" y="954505"/>
          <a:ext cx="11028572" cy="46602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F07C16F-5CAF-3007-5682-F2349446AFE4}"/>
              </a:ext>
            </a:extLst>
          </p:cNvPr>
          <p:cNvSpPr txBox="1"/>
          <p:nvPr/>
        </p:nvSpPr>
        <p:spPr>
          <a:xfrm>
            <a:off x="3048000" y="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Data Cleaning Process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2504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24409-6409-11C3-748E-A68575FFD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663E0D8B-8DDA-E77A-D311-81D8C4702E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0607269"/>
              </p:ext>
            </p:extLst>
          </p:nvPr>
        </p:nvGraphicFramePr>
        <p:xfrm>
          <a:off x="621630" y="1098884"/>
          <a:ext cx="10948737" cy="46602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2F727BE-8154-E76A-FB10-02881E67B15B}"/>
              </a:ext>
            </a:extLst>
          </p:cNvPr>
          <p:cNvSpPr txBox="1"/>
          <p:nvPr/>
        </p:nvSpPr>
        <p:spPr>
          <a:xfrm>
            <a:off x="2181726" y="0"/>
            <a:ext cx="78285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Analysis &amp; Query Execution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5148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7C648-20C7-0F3A-3673-74B0F3191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20B3C4F9-0388-5EBD-34FF-65766A44D4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2015943"/>
              </p:ext>
            </p:extLst>
          </p:nvPr>
        </p:nvGraphicFramePr>
        <p:xfrm>
          <a:off x="679953" y="1305787"/>
          <a:ext cx="11337759" cy="4820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84288AD-750F-2A89-36A8-65E74208BE88}"/>
              </a:ext>
            </a:extLst>
          </p:cNvPr>
          <p:cNvSpPr txBox="1"/>
          <p:nvPr/>
        </p:nvSpPr>
        <p:spPr>
          <a:xfrm>
            <a:off x="2181726" y="0"/>
            <a:ext cx="78285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Output &amp; Data Export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8126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8B147-5C60-6D1A-B8EE-E3A48BDE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90" name="Straight Connector 308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2" name="Straight Connector 309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94" name="Rectangle 309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88E6DC-6E7C-1C67-6054-C4D6AD709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783" y="5795823"/>
            <a:ext cx="9422130" cy="74685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Key Finding 1</a:t>
            </a:r>
            <a:br>
              <a:rPr lang="en-US" dirty="0"/>
            </a:br>
            <a:r>
              <a:rPr lang="en-US" dirty="0"/>
              <a:t>Global Temperature Trend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EC7733-D504-49B7-DD3D-01BA28EBC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27" y="130602"/>
            <a:ext cx="10190285" cy="534989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cxnSp>
        <p:nvCxnSpPr>
          <p:cNvPr id="3096" name="Straight Connector 309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171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06965-D903-69FA-94F7-B9908F03F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46" name="Rectangle 104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542B0F-98E1-566B-BE66-0C675F24A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1" y="100686"/>
            <a:ext cx="3444529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Key Finding 2</a:t>
            </a:r>
            <a:br>
              <a:rPr lang="en-US" dirty="0"/>
            </a:br>
            <a:r>
              <a:rPr lang="en-US" dirty="0"/>
              <a:t>Temperature Average of 12 Nations in °C</a:t>
            </a:r>
          </a:p>
        </p:txBody>
      </p:sp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9E30119E-2992-B083-B121-37DEBF04BB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56862" y="723900"/>
            <a:ext cx="8035088" cy="4821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061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FEB893-D1CF-0834-25CC-3112CD430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2047C110-68A2-1EC2-56A5-227D4AC69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E7C0D9F3-D4D4-0066-4F2F-0FE28D2A1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C90570D3-C088-B1E8-2B31-2113A38AF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A80C1-048A-080A-A177-593AE6533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82" y="77621"/>
            <a:ext cx="3415248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Key Finding 3</a:t>
            </a:r>
            <a:br>
              <a:rPr lang="en-US" dirty="0"/>
            </a:br>
            <a:r>
              <a:rPr lang="en-US" dirty="0"/>
              <a:t>Map View Spatial Distribution</a:t>
            </a:r>
          </a:p>
        </p:txBody>
      </p: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71FF7F3C-598D-A2F0-B63C-6CEE2E420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C8E7A0-0910-C79C-848B-0ECF61A721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98611" y="723900"/>
            <a:ext cx="8389005" cy="503340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2161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E2512-82F5-B1DE-67F7-A7A961AB0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92D04903-E99F-6D08-0B7C-20E1106A1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C6F8D561-FFDF-CE07-879A-8C9566AD9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F12C90BA-1EB7-A458-7E6E-89D3F828B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36B6AD-F37E-7D97-4ED4-6CFCEC15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82" y="77621"/>
            <a:ext cx="3415248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Key Finding 4</a:t>
            </a:r>
            <a:br>
              <a:rPr lang="en-US" dirty="0"/>
            </a:br>
            <a:r>
              <a:rPr lang="en-US" dirty="0"/>
              <a:t>Temperature Change Trends Area Chart</a:t>
            </a:r>
          </a:p>
        </p:txBody>
      </p: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C3564F80-7E9A-3459-98E9-344394667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61BEC1AA-D14B-0555-3BDD-B71E164FEA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358" y="1197448"/>
            <a:ext cx="7999427" cy="425969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39299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C39C2-DB93-D8EC-6B22-E2C1CE7ED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5E1F0-0F24-EAAA-4CA3-6ED5E107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/>
              <a:t>Key Finding 5</a:t>
            </a:r>
            <a:br>
              <a:rPr lang="en-US" sz="3400"/>
            </a:br>
            <a:r>
              <a:rPr lang="en-US" sz="3400"/>
              <a:t>Temperature Change Rate by Nation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083B563-E195-0BCB-AE53-4C94C530F4C1}"/>
              </a:ext>
            </a:extLst>
          </p:cNvPr>
          <p:cNvGraphicFramePr>
            <a:graphicFrameLocks noGrp="1"/>
          </p:cNvGraphicFramePr>
          <p:nvPr/>
        </p:nvGraphicFramePr>
        <p:xfrm>
          <a:off x="4637208" y="723901"/>
          <a:ext cx="6156084" cy="541020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39512">
                  <a:extLst>
                    <a:ext uri="{9D8B030D-6E8A-4147-A177-3AD203B41FA5}">
                      <a16:colId xmlns:a16="http://schemas.microsoft.com/office/drawing/2014/main" val="281395739"/>
                    </a:ext>
                  </a:extLst>
                </a:gridCol>
                <a:gridCol w="1961630">
                  <a:extLst>
                    <a:ext uri="{9D8B030D-6E8A-4147-A177-3AD203B41FA5}">
                      <a16:colId xmlns:a16="http://schemas.microsoft.com/office/drawing/2014/main" val="1613350611"/>
                    </a:ext>
                  </a:extLst>
                </a:gridCol>
                <a:gridCol w="2254942">
                  <a:extLst>
                    <a:ext uri="{9D8B030D-6E8A-4147-A177-3AD203B41FA5}">
                      <a16:colId xmlns:a16="http://schemas.microsoft.com/office/drawing/2014/main" val="3722166281"/>
                    </a:ext>
                  </a:extLst>
                </a:gridCol>
              </a:tblGrid>
              <a:tr h="43638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Nation </a:t>
                      </a:r>
                      <a:endParaRPr lang="en-US" sz="2300" b="0" i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gradFill>
                      <a:gsLst>
                        <a:gs pos="0">
                          <a:schemeClr val="accent3">
                            <a:lumMod val="67000"/>
                          </a:schemeClr>
                        </a:gs>
                        <a:gs pos="48000">
                          <a:schemeClr val="accent3">
                            <a:lumMod val="97000"/>
                            <a:lumOff val="3000"/>
                          </a:schemeClr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Change Avg. </a:t>
                      </a:r>
                      <a:endParaRPr lang="en-US" sz="2300" b="0" i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gradFill>
                      <a:gsLst>
                        <a:gs pos="0">
                          <a:schemeClr val="accent3">
                            <a:lumMod val="67000"/>
                          </a:schemeClr>
                        </a:gs>
                        <a:gs pos="48000">
                          <a:schemeClr val="accent3">
                            <a:lumMod val="97000"/>
                            <a:lumOff val="3000"/>
                          </a:schemeClr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Category </a:t>
                      </a:r>
                      <a:endParaRPr lang="en-US" sz="2300" b="0" i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gradFill>
                      <a:gsLst>
                        <a:gs pos="0">
                          <a:schemeClr val="accent3">
                            <a:lumMod val="67000"/>
                          </a:schemeClr>
                        </a:gs>
                        <a:gs pos="48000">
                          <a:schemeClr val="accent3">
                            <a:lumMod val="97000"/>
                            <a:lumOff val="3000"/>
                          </a:schemeClr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5646704"/>
                  </a:ext>
                </a:extLst>
              </a:tr>
              <a:tr h="4144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Australia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+0.78 °C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/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Moderate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/>
                </a:tc>
                <a:extLst>
                  <a:ext uri="{0D108BD9-81ED-4DB2-BD59-A6C34878D82A}">
                    <a16:rowId xmlns:a16="http://schemas.microsoft.com/office/drawing/2014/main" val="1856836815"/>
                  </a:ext>
                </a:extLst>
              </a:tr>
              <a:tr h="4144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Brazil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+1.04 °C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/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High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/>
                </a:tc>
                <a:extLst>
                  <a:ext uri="{0D108BD9-81ED-4DB2-BD59-A6C34878D82A}">
                    <a16:rowId xmlns:a16="http://schemas.microsoft.com/office/drawing/2014/main" val="3006747985"/>
                  </a:ext>
                </a:extLst>
              </a:tr>
              <a:tr h="4144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Canada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+1.94 °C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/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Very High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/>
                </a:tc>
                <a:extLst>
                  <a:ext uri="{0D108BD9-81ED-4DB2-BD59-A6C34878D82A}">
                    <a16:rowId xmlns:a16="http://schemas.microsoft.com/office/drawing/2014/main" val="211420418"/>
                  </a:ext>
                </a:extLst>
              </a:tr>
              <a:tr h="4144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China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+1.38 °C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/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High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/>
                </a:tc>
                <a:extLst>
                  <a:ext uri="{0D108BD9-81ED-4DB2-BD59-A6C34878D82A}">
                    <a16:rowId xmlns:a16="http://schemas.microsoft.com/office/drawing/2014/main" val="163888010"/>
                  </a:ext>
                </a:extLst>
              </a:tr>
              <a:tr h="4144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France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+1.26 °C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/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High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/>
                </a:tc>
                <a:extLst>
                  <a:ext uri="{0D108BD9-81ED-4DB2-BD59-A6C34878D82A}">
                    <a16:rowId xmlns:a16="http://schemas.microsoft.com/office/drawing/2014/main" val="2364398468"/>
                  </a:ext>
                </a:extLst>
              </a:tr>
              <a:tr h="4144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Germany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+1.30 °C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High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894283"/>
                  </a:ext>
                </a:extLst>
              </a:tr>
              <a:tr h="4144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India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+0.90 °C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Moderate-High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337677"/>
                  </a:ext>
                </a:extLst>
              </a:tr>
              <a:tr h="4144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Japan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+1.18 °C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High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059206"/>
                  </a:ext>
                </a:extLst>
              </a:tr>
              <a:tr h="4144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Russia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+1.93 °C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Very High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90234"/>
                  </a:ext>
                </a:extLst>
              </a:tr>
              <a:tr h="4144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South Africa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+0.98 °C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Moderate-High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047532"/>
                  </a:ext>
                </a:extLst>
              </a:tr>
              <a:tr h="4144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U.K.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+1.05 °C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High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784658"/>
                  </a:ext>
                </a:extLst>
              </a:tr>
              <a:tr h="4144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U.S.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+1.35 °C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23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High</a:t>
                      </a:r>
                      <a:r>
                        <a:rPr lang="en-US" sz="23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300" b="1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5334" marR="115334" marT="115334" marB="5766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144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376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71335E-A8D4-0949-33BF-6135E4852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5" name="Straight Connector 412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7" name="Straight Connector 412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29" name="Rectangle 412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4ABB0-3255-D21A-5870-499BC2DF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4702835"/>
            <a:ext cx="10801350" cy="97877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Key Finding 6</a:t>
            </a:r>
            <a:br>
              <a:rPr lang="en-US" dirty="0"/>
            </a:br>
            <a:r>
              <a:rPr lang="en-US" dirty="0"/>
              <a:t>City-Level Temperature Patterns</a:t>
            </a:r>
          </a:p>
        </p:txBody>
      </p:sp>
      <p:cxnSp>
        <p:nvCxnSpPr>
          <p:cNvPr id="4131" name="Straight Connector 413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5508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5142726-B889-7225-6FAC-E1B99CD48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16" y="723899"/>
            <a:ext cx="11318768" cy="351775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66851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58BA53-4CB8-7ED3-4154-859DF4373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42" name="Straight Connector 414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4" name="Straight Connector 414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46" name="Rectangle 414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34A9F-3528-E3FF-97D0-2CD95EB26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dirty="0"/>
              <a:t>Key Finding 7 Climate change </a:t>
            </a:r>
            <a:br>
              <a:rPr lang="en-US" sz="3700" dirty="0"/>
            </a:br>
            <a:r>
              <a:rPr lang="en-US" sz="3700" dirty="0"/>
              <a:t>over 3 </a:t>
            </a:r>
            <a:br>
              <a:rPr lang="en-US" sz="3700" dirty="0"/>
            </a:br>
            <a:r>
              <a:rPr lang="en-US" sz="3700" dirty="0"/>
              <a:t>centuries in °C</a:t>
            </a:r>
          </a:p>
        </p:txBody>
      </p:sp>
      <p:cxnSp>
        <p:nvCxnSpPr>
          <p:cNvPr id="4148" name="Straight Connector 414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1E9DF1C-311A-5FC3-D9A6-B1CC9CDD3D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213820"/>
            <a:ext cx="7353299" cy="4430361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2C652679-EE3C-A7D6-D82F-8DE7AF04FD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61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7CD183-CAFF-420E-1D2C-0EA81B67E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B46FF-F4D6-5EA4-D07D-3D2CFFCDA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093" y="0"/>
            <a:ext cx="10691813" cy="115561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Tempo-spatial Analysis &amp; Visualization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1F15FE-817E-560B-6E6B-22BDF8F697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9996297"/>
              </p:ext>
            </p:extLst>
          </p:nvPr>
        </p:nvGraphicFramePr>
        <p:xfrm>
          <a:off x="529388" y="723900"/>
          <a:ext cx="11574379" cy="5580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03832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9C3F1-3033-755F-82CF-265DC87DE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0ED5A-3550-F3EE-7593-05E46DCF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093" y="75449"/>
            <a:ext cx="10691813" cy="115561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Recommendations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7A9CB2-D0C3-3F9A-69CA-143B2D40EA3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50093" y="1015208"/>
          <a:ext cx="10691812" cy="4827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0651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F23FB-65DE-A86A-9F65-6B0DFA696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DB0CE-4776-77A2-FA0E-A12050C71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4" y="0"/>
            <a:ext cx="10691265" cy="721895"/>
          </a:xfrm>
        </p:spPr>
        <p:txBody>
          <a:bodyPr/>
          <a:lstStyle/>
          <a:p>
            <a:pPr algn="ctr"/>
            <a:r>
              <a:rPr lang="en-US" dirty="0"/>
              <a:t>Conclusion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DF8BFF-290F-6302-ED8B-FA92D487EB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0534436"/>
              </p:ext>
            </p:extLst>
          </p:nvPr>
        </p:nvGraphicFramePr>
        <p:xfrm>
          <a:off x="750368" y="938463"/>
          <a:ext cx="10691264" cy="5630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4912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43849-35FA-D79B-A909-1A056C8D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5" name="Straight Connector 205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95F43F3-6C7B-558B-FB6B-1B8A016DF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1" t="18314" r="1" b="2375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Rectangle 206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B9515-2B43-0DB6-59A1-2DFCD1412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15000"/>
            <a:ext cx="11783728" cy="960120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15905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EC028-F9F0-4316-046B-C11E006FA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B9E52-4C3A-D396-756F-5A98A60DE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120316"/>
            <a:ext cx="10691265" cy="1307592"/>
          </a:xfrm>
        </p:spPr>
        <p:txBody>
          <a:bodyPr/>
          <a:lstStyle/>
          <a:p>
            <a:pPr algn="ctr"/>
            <a:r>
              <a:rPr lang="en-US" dirty="0"/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7A732-CA9F-6F97-3F36-581547759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427908"/>
            <a:ext cx="11018123" cy="4533980"/>
          </a:xfrm>
        </p:spPr>
        <p:txBody>
          <a:bodyPr/>
          <a:lstStyle/>
          <a:p>
            <a:r>
              <a:rPr lang="en-US" u="sng" dirty="0">
                <a:solidFill>
                  <a:srgbClr val="00206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https://github.com/ItIsTariqAlam/CIS-4560-Term-Project-Tutorial-</a:t>
            </a:r>
            <a:r>
              <a:rPr lang="en-US" u="sng" dirty="0">
                <a:solidFill>
                  <a:srgbClr val="002060"/>
                </a:solidFill>
              </a:rPr>
              <a:t> 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58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EB8E5-C157-667A-3425-8A429255B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1307592"/>
          </a:xfrm>
        </p:spPr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1FDB7-4352-B42E-6DD2-D0070123D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094874"/>
            <a:ext cx="12055642" cy="5763126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[1] Berkeley Earth, </a:t>
            </a:r>
            <a:r>
              <a:rPr lang="en-US" dirty="0" err="1"/>
              <a:t>Sissener</a:t>
            </a:r>
            <a:r>
              <a:rPr lang="en-US" dirty="0"/>
              <a:t>, K., &amp; Kaggle Team. (n.d.). </a:t>
            </a:r>
            <a:r>
              <a:rPr lang="en-US" i="1" dirty="0"/>
              <a:t>Climate change: Earth surface temperature data</a:t>
            </a:r>
            <a:r>
              <a:rPr lang="en-US" dirty="0"/>
              <a:t>. Kaggle.</a:t>
            </a:r>
            <a:r>
              <a:rPr lang="en-US" dirty="0">
                <a:solidFill>
                  <a:srgbClr val="002060"/>
                </a:solidFill>
              </a:rPr>
              <a:t> </a:t>
            </a:r>
            <a:r>
              <a:rPr lang="en-US" u="sng" dirty="0">
                <a:solidFill>
                  <a:srgbClr val="00206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https://www.kaggle.com/datasets/berkeleyearth/climate-change-earth-surface-temperature-data</a:t>
            </a:r>
            <a:r>
              <a:rPr lang="en-US" dirty="0">
                <a:solidFill>
                  <a:srgbClr val="002060"/>
                </a:solidFill>
              </a:rPr>
              <a:t> </a:t>
            </a:r>
          </a:p>
          <a:p>
            <a:pPr fontAlgn="base"/>
            <a:r>
              <a:rPr lang="en-US" dirty="0"/>
              <a:t>[2] Schnase, J. L., Lee, T. J., </a:t>
            </a:r>
            <a:r>
              <a:rPr lang="en-US" dirty="0" err="1"/>
              <a:t>Mattmann</a:t>
            </a:r>
            <a:r>
              <a:rPr lang="en-US" dirty="0"/>
              <a:t>, C. A., Lynnes, C. S., Cinquini, L., Ramirez, P. M., Hart, A. F., Williams, D. N., Waliser, D., </a:t>
            </a:r>
            <a:r>
              <a:rPr lang="en-US" dirty="0" err="1"/>
              <a:t>Rinsland</a:t>
            </a:r>
            <a:r>
              <a:rPr lang="en-US" dirty="0"/>
              <a:t>, P., Webster, W. P., Duffy, D. Q., McInerney, M. A., Tamkin, G. S., Potter, G. L., &amp; Carrier, L. (2016). Big Data Challenges in Climate Science. </a:t>
            </a:r>
            <a:r>
              <a:rPr lang="en-US" i="1" dirty="0"/>
              <a:t>IEEE geoscience and remote sensing magazine</a:t>
            </a:r>
            <a:r>
              <a:rPr lang="en-US" dirty="0"/>
              <a:t>, </a:t>
            </a:r>
            <a:r>
              <a:rPr lang="en-US" i="1" dirty="0"/>
              <a:t>Volume 4</a:t>
            </a:r>
            <a:r>
              <a:rPr lang="en-US" dirty="0"/>
              <a:t>(</a:t>
            </a:r>
            <a:r>
              <a:rPr lang="en-US" dirty="0" err="1"/>
              <a:t>Iss</a:t>
            </a:r>
            <a:r>
              <a:rPr lang="en-US" dirty="0"/>
              <a:t> 3), 10–22. </a:t>
            </a:r>
            <a:r>
              <a:rPr lang="en-US" u="sng" dirty="0">
                <a:solidFill>
                  <a:srgbClr val="00206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https://doi.org/10.1109/MGRS.2015.2514192</a:t>
            </a:r>
            <a:r>
              <a:rPr lang="en-US" dirty="0">
                <a:solidFill>
                  <a:srgbClr val="002060"/>
                </a:solidFill>
              </a:rPr>
              <a:t> </a:t>
            </a:r>
          </a:p>
          <a:p>
            <a:pPr fontAlgn="base"/>
            <a:r>
              <a:rPr lang="en-US" dirty="0"/>
              <a:t>[3] Fan, J., Han, F., &amp; Liu, H. (2014). Challenges of Big Data Analysis. </a:t>
            </a:r>
            <a:r>
              <a:rPr lang="en-US" i="1" dirty="0"/>
              <a:t>National science review</a:t>
            </a:r>
            <a:r>
              <a:rPr lang="en-US" dirty="0"/>
              <a:t>, </a:t>
            </a:r>
            <a:r>
              <a:rPr lang="en-US" i="1" dirty="0"/>
              <a:t>1</a:t>
            </a:r>
            <a:r>
              <a:rPr lang="en-US" dirty="0"/>
              <a:t>(2), 293–314.</a:t>
            </a:r>
            <a:r>
              <a:rPr lang="en-US" dirty="0">
                <a:solidFill>
                  <a:srgbClr val="002060"/>
                </a:solidFill>
              </a:rPr>
              <a:t> </a:t>
            </a:r>
            <a:r>
              <a:rPr lang="en-US" u="sng" dirty="0">
                <a:solidFill>
                  <a:srgbClr val="00206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https://doi.org/10.1093/nsr/nwt032</a:t>
            </a:r>
            <a:r>
              <a:rPr lang="en-US" dirty="0">
                <a:solidFill>
                  <a:srgbClr val="002060"/>
                </a:solidFill>
              </a:rPr>
              <a:t> </a:t>
            </a:r>
          </a:p>
          <a:p>
            <a:pPr fontAlgn="base"/>
            <a:r>
              <a:rPr lang="en-US" dirty="0"/>
              <a:t>[4] Rohde, R. A., &amp; </a:t>
            </a:r>
            <a:r>
              <a:rPr lang="en-US" dirty="0" err="1"/>
              <a:t>Hausfather</a:t>
            </a:r>
            <a:r>
              <a:rPr lang="en-US" dirty="0"/>
              <a:t>, Z. (2020). The Berkeley Earth land/ocean temperature record. </a:t>
            </a:r>
            <a:r>
              <a:rPr lang="en-US" i="1" dirty="0"/>
              <a:t>Earth System Science Data, 12</a:t>
            </a:r>
            <a:r>
              <a:rPr lang="en-US" dirty="0"/>
              <a:t>(4), 3469–3479. </a:t>
            </a:r>
            <a:r>
              <a:rPr lang="en-US" u="sng" dirty="0">
                <a:solidFill>
                  <a:srgbClr val="00206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https://doi.org/10.5194/essd-12-3469-2020</a:t>
            </a:r>
            <a:r>
              <a:rPr lang="en-US" dirty="0">
                <a:solidFill>
                  <a:srgbClr val="002060"/>
                </a:solidFill>
              </a:rPr>
              <a:t> </a:t>
            </a:r>
          </a:p>
          <a:p>
            <a:pPr fontAlgn="base"/>
            <a:r>
              <a:rPr lang="en-US" dirty="0"/>
              <a:t>[5] IPCC. (2021). Climate change 2021: The physical science basis. Summary for policymakers. Cambridge University Press. </a:t>
            </a:r>
            <a:r>
              <a:rPr lang="en-US" u="sng" dirty="0">
                <a:solidFill>
                  <a:srgbClr val="00206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https://www.ipcc.ch/report/ar6/wg1/</a:t>
            </a:r>
            <a:r>
              <a:rPr lang="en-US" dirty="0">
                <a:solidFill>
                  <a:srgbClr val="002060"/>
                </a:solidFill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126757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E4AA6-6B37-9C2F-3444-B5BF5C924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972D-2986-BB03-82A3-24DF8255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1307592"/>
          </a:xfrm>
        </p:spPr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B1493-B4DE-A188-B11C-2FA39BE95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2526"/>
            <a:ext cx="12192000" cy="4999362"/>
          </a:xfrm>
        </p:spPr>
        <p:txBody>
          <a:bodyPr>
            <a:normAutofit/>
          </a:bodyPr>
          <a:lstStyle/>
          <a:p>
            <a:pPr fontAlgn="base"/>
            <a:endParaRPr lang="en-US" dirty="0"/>
          </a:p>
          <a:p>
            <a:pPr fontAlgn="base"/>
            <a:r>
              <a:rPr lang="en-US" dirty="0"/>
              <a:t>[6] </a:t>
            </a:r>
            <a:r>
              <a:rPr lang="en-US" dirty="0" err="1"/>
              <a:t>Mohajan</a:t>
            </a:r>
            <a:r>
              <a:rPr lang="en-US" dirty="0"/>
              <a:t>, H. K. (2019, October). The first industrial revolution: Creation of a new global human era. Journal of Social Sciences and Humanities, 5(4), 377–387. </a:t>
            </a:r>
            <a:r>
              <a:rPr lang="en-US" u="sng" dirty="0">
                <a:solidFill>
                  <a:srgbClr val="00206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https://www.researchgate.net/publication/336675822_The_First_Industrial_Revolution_Creation_of_a_New_Global_Human_Era</a:t>
            </a:r>
            <a:r>
              <a:rPr lang="en-US" dirty="0">
                <a:solidFill>
                  <a:srgbClr val="002060"/>
                </a:solidFill>
              </a:rPr>
              <a:t> </a:t>
            </a:r>
            <a:endParaRPr lang="en-US" dirty="0"/>
          </a:p>
          <a:p>
            <a:pPr fontAlgn="base"/>
            <a:r>
              <a:rPr lang="en-US" dirty="0"/>
              <a:t>[7] Term Paper </a:t>
            </a:r>
            <a:r>
              <a:rPr lang="en-US" b="1" i="1" dirty="0"/>
              <a:t>Earth’s Temperature Data Over the Years Using Hadoop </a:t>
            </a:r>
            <a:r>
              <a:rPr lang="en-US" dirty="0"/>
              <a:t>: Tariq Alam, Ismahel Kennell Asturias, Julia Budano, Christian Garcia, and Nicholson Kon  </a:t>
            </a:r>
          </a:p>
          <a:p>
            <a:pPr fontAlgn="base"/>
            <a:r>
              <a:rPr lang="en-US" dirty="0"/>
              <a:t>[8] Lab Tutorial </a:t>
            </a:r>
            <a:r>
              <a:rPr lang="en-US" b="1" i="1" dirty="0"/>
              <a:t>Using Hadoop and Hive to Analyze Climate Change Patterns</a:t>
            </a:r>
            <a:r>
              <a:rPr lang="en-US" dirty="0"/>
              <a:t>: Tariq Alam Christian Garcia, and Nicholson Kon  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76855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00a7c34-eac3-47e6-be12-8ef06ab1e3d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084082C3A8104185FAD2CDE54852D4" ma:contentTypeVersion="10" ma:contentTypeDescription="Create a new document." ma:contentTypeScope="" ma:versionID="d8a651d294b7ade833ab299b1f5e8517">
  <xsd:schema xmlns:xsd="http://www.w3.org/2001/XMLSchema" xmlns:xs="http://www.w3.org/2001/XMLSchema" xmlns:p="http://schemas.microsoft.com/office/2006/metadata/properties" xmlns:ns3="d00a7c34-eac3-47e6-be12-8ef06ab1e3d4" targetNamespace="http://schemas.microsoft.com/office/2006/metadata/properties" ma:root="true" ma:fieldsID="8f0069d11d5a7723200b8dce48ca82a7" ns3:_="">
    <xsd:import namespace="d00a7c34-eac3-47e6-be12-8ef06ab1e3d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0a7c34-eac3-47e6-be12-8ef06ab1e3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CE416F-A078-4E2E-B4D1-5808DDE2BEDA}">
  <ds:schemaRefs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d00a7c34-eac3-47e6-be12-8ef06ab1e3d4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6B8C0F3-267D-428B-81D8-7E70ABAF3A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0a7c34-eac3-47e6-be12-8ef06ab1e3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B853D2D-0576-4E71-AA2B-FE6422EBBD8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</TotalTime>
  <Words>2060</Words>
  <Application>Microsoft Office PowerPoint</Application>
  <PresentationFormat>Widescreen</PresentationFormat>
  <Paragraphs>280</Paragraphs>
  <Slides>29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Arial</vt:lpstr>
      <vt:lpstr>Calisto MT</vt:lpstr>
      <vt:lpstr>Times New Roman</vt:lpstr>
      <vt:lpstr>Univers Condensed</vt:lpstr>
      <vt:lpstr>ChronicleVTI</vt:lpstr>
      <vt:lpstr>Climate Change Over The  Years Using Hadoop</vt:lpstr>
      <vt:lpstr>Agenda</vt:lpstr>
      <vt:lpstr>Abstract</vt:lpstr>
      <vt:lpstr>Introduction</vt:lpstr>
      <vt:lpstr>Significance and Research Objectives</vt:lpstr>
      <vt:lpstr>Dataset overview</vt:lpstr>
      <vt:lpstr>Dataset Files</vt:lpstr>
      <vt:lpstr>Process  &amp;   Challenges</vt:lpstr>
      <vt:lpstr>Our Work</vt:lpstr>
      <vt:lpstr>Relevance to class</vt:lpstr>
      <vt:lpstr>System &amp; Hardware specifications</vt:lpstr>
      <vt:lpstr>Process Workflow</vt:lpstr>
      <vt:lpstr>PowerPoint Presentation</vt:lpstr>
      <vt:lpstr>PowerPoint Presentation</vt:lpstr>
      <vt:lpstr>PowerPoint Presentation</vt:lpstr>
      <vt:lpstr>Key Finding 1 Global Temperature Trend</vt:lpstr>
      <vt:lpstr>Key Finding 2 Temperature Average of 12 Nations in °C</vt:lpstr>
      <vt:lpstr>Key Finding 3 Map View Spatial Distribution</vt:lpstr>
      <vt:lpstr>Key Finding 4 Temperature Change Trends Area Chart</vt:lpstr>
      <vt:lpstr>Key Finding 5 Temperature Change Rate by Nation</vt:lpstr>
      <vt:lpstr>Key Finding 6 City-Level Temperature Patterns</vt:lpstr>
      <vt:lpstr>Key Finding 7 Climate change  over 3  centuries in °C</vt:lpstr>
      <vt:lpstr>Tempo-spatial Analysis &amp; Visualization</vt:lpstr>
      <vt:lpstr>Recommendations </vt:lpstr>
      <vt:lpstr>Conclusion </vt:lpstr>
      <vt:lpstr>Thank you</vt:lpstr>
      <vt:lpstr>GitHub link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Budano, Julia A</cp:lastModifiedBy>
  <cp:revision>2</cp:revision>
  <dcterms:created xsi:type="dcterms:W3CDTF">2026-04-07T04:34:02Z</dcterms:created>
  <dcterms:modified xsi:type="dcterms:W3CDTF">2026-05-03T23:51:02Z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0x010100F4084082C3A8104185FAD2CDE54852D4</vt:lpwstr>
  </property>
</Properties>
</file>